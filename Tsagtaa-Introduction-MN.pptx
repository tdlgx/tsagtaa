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c984eeea3142f3" /><Relationship Type="http://schemas.openxmlformats.org/officeDocument/2006/relationships/extended-properties" Target="/docProps/app.xml" Id="R86413919105f43d4" /><Relationship Type="http://schemas.openxmlformats.org/officeDocument/2006/relationships/officeDocument" Target="/ppt/presentation.xml" Id="R0d97a659f2134124" /></Relationships>
</file>

<file path=ppt/presentation.xml><?xml version="1.0" encoding="utf-8"?>
<p:presentation xmlns:p="http://schemas.openxmlformats.org/presentationml/2006/main">
  <p:sldMasterIdLst>
    <p:sldMasterId xmlns:r="http://schemas.openxmlformats.org/officeDocument/2006/relationships" id="2147483648" r:id="R2984e5ff386e496f"/>
  </p:sldMasterIdLst>
  <p:notesMasterIdLst>
    <p:notesMasterId xmlns:r="http://schemas.openxmlformats.org/officeDocument/2006/relationships" r:id="R14f7fae42bcb4305"/>
  </p:notesMasterIdLst>
  <p:sldIdLst>
    <p:sldId xmlns:r="http://schemas.openxmlformats.org/officeDocument/2006/relationships" id="256" r:id="R62b538c13dc3479c"/>
    <p:sldId xmlns:r="http://schemas.openxmlformats.org/officeDocument/2006/relationships" id="257" r:id="R700c823dd63e4e79"/>
    <p:sldId xmlns:r="http://schemas.openxmlformats.org/officeDocument/2006/relationships" id="258" r:id="Rdf1189ac37544272"/>
    <p:sldId xmlns:r="http://schemas.openxmlformats.org/officeDocument/2006/relationships" id="259" r:id="R239d00e64d744772"/>
    <p:sldId xmlns:r="http://schemas.openxmlformats.org/officeDocument/2006/relationships" id="260" r:id="R6e32d3a594de47a6"/>
    <p:sldId xmlns:r="http://schemas.openxmlformats.org/officeDocument/2006/relationships" id="261" r:id="R124d2f2483f94053"/>
    <p:sldId xmlns:r="http://schemas.openxmlformats.org/officeDocument/2006/relationships" id="262" r:id="Rc1793f9de2d745db"/>
    <p:sldId xmlns:r="http://schemas.openxmlformats.org/officeDocument/2006/relationships" id="263" r:id="Rbcd1b163ecdb47a4"/>
    <p:sldId xmlns:r="http://schemas.openxmlformats.org/officeDocument/2006/relationships" id="264" r:id="R1020afcad47043a7"/>
    <p:sldId xmlns:r="http://schemas.openxmlformats.org/officeDocument/2006/relationships" id="265" r:id="R7b531e744a304886"/>
    <p:sldId xmlns:r="http://schemas.openxmlformats.org/officeDocument/2006/relationships" id="266" r:id="R99fa66ed18b4471e"/>
    <p:sldId xmlns:r="http://schemas.openxmlformats.org/officeDocument/2006/relationships" id="267" r:id="Rec252176253a4a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1fae69409c4001" /><Relationship Type="http://schemas.openxmlformats.org/officeDocument/2006/relationships/slideMaster" Target="/ppt/slideMasters/slideMaster1.xml" Id="R2984e5ff386e496f" /><Relationship Type="http://schemas.openxmlformats.org/officeDocument/2006/relationships/notesMaster" Target="/ppt/notesMasters/notesMaster1.xml" Id="R14f7fae42bcb4305" /><Relationship Type="http://schemas.openxmlformats.org/officeDocument/2006/relationships/presProps" Target="/ppt/presProps.xml" Id="Rbbf2beb16809401a" /><Relationship Type="http://schemas.openxmlformats.org/officeDocument/2006/relationships/tableStyles" Target="/ppt/tableStyles.xml" Id="R9f7ed72b0c864c68" /><Relationship Type="http://schemas.openxmlformats.org/officeDocument/2006/relationships/slide" Target="/ppt/slides/slide1.xml" Id="R62b538c13dc3479c" /><Relationship Type="http://schemas.openxmlformats.org/officeDocument/2006/relationships/slide" Target="/ppt/slides/slide2.xml" Id="R700c823dd63e4e79" /><Relationship Type="http://schemas.openxmlformats.org/officeDocument/2006/relationships/slide" Target="/ppt/slides/slide3.xml" Id="Rdf1189ac37544272" /><Relationship Type="http://schemas.openxmlformats.org/officeDocument/2006/relationships/slide" Target="/ppt/slides/slide4.xml" Id="R239d00e64d744772" /><Relationship Type="http://schemas.openxmlformats.org/officeDocument/2006/relationships/slide" Target="/ppt/slides/slide5.xml" Id="R6e32d3a594de47a6" /><Relationship Type="http://schemas.openxmlformats.org/officeDocument/2006/relationships/slide" Target="/ppt/slides/slide6.xml" Id="R124d2f2483f94053" /><Relationship Type="http://schemas.openxmlformats.org/officeDocument/2006/relationships/slide" Target="/ppt/slides/slide7.xml" Id="Rc1793f9de2d745db" /><Relationship Type="http://schemas.openxmlformats.org/officeDocument/2006/relationships/slide" Target="/ppt/slides/slide8.xml" Id="Rbcd1b163ecdb47a4" /><Relationship Type="http://schemas.openxmlformats.org/officeDocument/2006/relationships/slide" Target="/ppt/slides/slide9.xml" Id="R1020afcad47043a7" /><Relationship Type="http://schemas.openxmlformats.org/officeDocument/2006/relationships/slide" Target="/ppt/slides/slide10.xml" Id="R7b531e744a304886" /><Relationship Type="http://schemas.openxmlformats.org/officeDocument/2006/relationships/slide" Target="/ppt/slides/slide11.xml" Id="R99fa66ed18b4471e" /><Relationship Type="http://schemas.openxmlformats.org/officeDocument/2006/relationships/slide" Target="/ppt/slides/slide12.xml" Id="Rec252176253a4a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46cfab4ffa45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6e99e552f841b2" /><Relationship Type="http://schemas.openxmlformats.org/officeDocument/2006/relationships/notesMaster" Target="/ppt/notesMasters/notesMaster1.xml" Id="Rb2f541c506a043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249b3633c44c41" /><Relationship Type="http://schemas.openxmlformats.org/officeDocument/2006/relationships/notesMaster" Target="/ppt/notesMasters/notesMaster1.xml" Id="Raf533f35401d4d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64c776c51c4adf" /><Relationship Type="http://schemas.openxmlformats.org/officeDocument/2006/relationships/notesMaster" Target="/ppt/notesMasters/notesMaster1.xml" Id="R95911060939444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63e43241b04ffe" /><Relationship Type="http://schemas.openxmlformats.org/officeDocument/2006/relationships/notesMaster" Target="/ppt/notesMasters/notesMaster1.xml" Id="Rc565851d4f6346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68ae362e0d4a82" /><Relationship Type="http://schemas.openxmlformats.org/officeDocument/2006/relationships/notesMaster" Target="/ppt/notesMasters/notesMaster1.xml" Id="R770a74dc4ebb42e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08a92e4ef24616" /><Relationship Type="http://schemas.openxmlformats.org/officeDocument/2006/relationships/notesMaster" Target="/ppt/notesMasters/notesMaster1.xml" Id="R67051605c81e47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ee5270b79a421a" /><Relationship Type="http://schemas.openxmlformats.org/officeDocument/2006/relationships/notesMaster" Target="/ppt/notesMasters/notesMaster1.xml" Id="Rddbc91f134e94f6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e4c03f16ea84722" /><Relationship Type="http://schemas.openxmlformats.org/officeDocument/2006/relationships/notesMaster" Target="/ppt/notesMasters/notesMaster1.xml" Id="Rffb1dcc046f742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3f380c82aa40b1" /><Relationship Type="http://schemas.openxmlformats.org/officeDocument/2006/relationships/notesMaster" Target="/ppt/notesMasters/notesMaster1.xml" Id="R936a91f327024c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a71cd925894ff8" /><Relationship Type="http://schemas.openxmlformats.org/officeDocument/2006/relationships/notesMaster" Target="/ppt/notesMasters/notesMaster1.xml" Id="R1f7e24bf2c24422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deb97dd25b42c3" /><Relationship Type="http://schemas.openxmlformats.org/officeDocument/2006/relationships/notesMaster" Target="/ppt/notesMasters/notesMaster1.xml" Id="R4382d1c5090343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127f8c83f48447a" /><Relationship Type="http://schemas.openxmlformats.org/officeDocument/2006/relationships/notesMaster" Target="/ppt/notesMasters/notesMaster1.xml" Id="Ra74385dce4474b2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Цагтаа нь Улаанбаатарын үйлчилгээний бизнесүүдэд зориулсан онлайн цаг захиалгын вэб аппликейшн юм. Төслийг төгсөлтийн дипломын ажлын хүрээнд хөгжүүлж байна. Энэхүү танилцуулга хэрэглэгчийн боломжууд болон гол техникийн шийдлүүдийг тайлбарлана.</a:t>
            </a:r>
          </a:p>
          <a:p xmlns:a="http://schemas.openxmlformats.org/drawingml/2006/main">
            <a:r>
              <a:t/>
            </a:r>
          </a:p>
          <a:p xmlns:a="http://schemas.openxmlformats.org/drawingml/2006/main">
            <a:r>
              <a:t>Эх сурвалж: D:\Projects\Web\tsagavya\README.md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Төсөл нь хэрэглэгч сул цаг хайж, үйлчилгээ болон ажилтнаа сонгон захиалах, бизнес өөрийн захиалгын хуваарийг удирдах үйлдлүүдийг нэг системд багтаах зорилготой. README-д хэрэглэгчийн судалгаа эсвэл зах зээлийн хэмжээг нотлох тоон мэдээлэл байхгүй тул үр ашгийн тоон дүн хэлэхгүй. Зорилтот хүрээ нь Улаанбаатарын үйлчилгээний бизнесүүд.</a:t>
            </a:r>
          </a:p>
          <a:p xmlns:a="http://schemas.openxmlformats.org/drawingml/2006/main">
            <a:r>
              <a:t/>
            </a:r>
          </a:p>
          <a:p xmlns:a="http://schemas.openxmlformats.org/drawingml/2006/main">
            <a:r>
              <a:t>Эх сурвалж: D:\Projects\Web\tsagavya\README.md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Систем үйлчлүүлэгч, бизнесийн эзэмшигч ба менежер, платформын админ гэсэн хэрэглэгчидтэй. Үйлчилгээний хүрээнд үсчин, барбер, маникюр, массаж, гоо сайхан, эмнэлэг, шүдний эмнэлэг, авто засвар, авто угаалга, мал эмнэлэг багтана. Эзэмшигч менежер нэмэх, хасах эрхтэй.</a:t>
            </a:r>
          </a:p>
          <a:p xmlns:a="http://schemas.openxmlformats.org/drawingml/2006/main">
            <a:r>
              <a:t/>
            </a:r>
          </a:p>
          <a:p xmlns:a="http://schemas.openxmlformats.org/drawingml/2006/main">
            <a:r>
              <a:t>Эх сурвалж: D:\Projects\Web\tsagavya\README.md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Захиалгын урсгал үйлчилгээ сонгохоос эхэлнэ. Дараа нь ажилтан, цаг, холбоо барих мэдээллээ оруулна. Бүртгэлгүй хэрэглэгч зөвхөн нэр, утсаар захиалж болно. Үнэ, үргэлжлэх хугацаа, ажилтан болон цагийн утгуудыг сервер өөрөө баталгаажуулдаг.</a:t>
            </a:r>
          </a:p>
          <a:p xmlns:a="http://schemas.openxmlformats.org/drawingml/2006/main">
            <a:r>
              <a:t/>
            </a:r>
          </a:p>
          <a:p xmlns:a="http://schemas.openxmlformats.org/drawingml/2006/main">
            <a:r>
              <a:t>Эх сурвалж: D:\Projects\Web\tsagavya\README.md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Хэрэглэгч ангилал, дүүрэг, өдөр, өдрийн хэсгээр сул цагийг шүүнэ. Нүүр хуудас өнөөдрийн сул цагийг харуулна. Газрын зураг идэвхтэй, байршилтай бизнесийг харуулна. Миний захиалгууд хэсэгт тасалбар, цаг хүртэл үлдсэн хугацаа, цуцлах, календарьт нэмэх боломж бий. Захиалга серверт хадгалагддаг боловч уг жагсаалтын хуулбар одоогоор төхөөрөмжийн localStorage-д байна. README-ийн хайлтын хэсэг зөвшөөрөгдсөн бизнесүүдийг жагсаадаг гэж тайлбарласан ч сүүлийн roadmap хэсэг үүнийг хийх ажилд оруулсан. Иймээс бодит бизнесүүдийн хайлтанд орох статусыг батлагдсан мэт дүгнээгүй.</a:t>
            </a:r>
          </a:p>
          <a:p xmlns:a="http://schemas.openxmlformats.org/drawingml/2006/main">
            <a:r>
              <a:t/>
            </a:r>
          </a:p>
          <a:p xmlns:a="http://schemas.openxmlformats.org/drawingml/2006/main">
            <a:r>
              <a:t>Эх сурвалж: D:\Projects\Web\tsagavya\README.md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Бизнесээ бүртгүүлэх маягт зургаан алхамтай бөгөөд автоматаар хадгална. Бүртгүүлсэн хүн шууд эзэмшигчийн бүртгэлтэй болно. Удирдлагын самбар өнөөдөр, маргаашийн хуваарь, орлого, цуцлалтын хувийг харуулна. Захиалга цуцлах, ирсэн эсвэл ирээгүйг тэмдэглэх, менежер нэмэх ба хасах боломжтой. Бизнес лого болон зургаа удирдлагын самбараас оруулна.</a:t>
            </a:r>
          </a:p>
          <a:p xmlns:a="http://schemas.openxmlformats.org/drawingml/2006/main">
            <a:r>
              <a:t/>
            </a:r>
          </a:p>
          <a:p xmlns:a="http://schemas.openxmlformats.org/drawingml/2006/main">
            <a:r>
              <a:t>Эх сурвалж: D:\Projects\Web\tsagavya\README.md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Админ хэсэг бизнесийн бүртгэлийг шалгах, зөвшөөрөх, татгалзах, түр хаах, дахин нээх боломжтой. 13 автомат шалгалт нь давхардал, хаяг, регистр, үнэ, цагийн хуваарь, ажилтан зэрэг мэдээллийг үнэлнэ. Эдгээр нь зөвлөмж бөгөөд эцсийн шийдвэрийг хүн гаргана. Татгалзах болон түр хаах үед шалтгааныг заавал бичдэг. Үйлдлийн түүхийг өөрчлөлттэй нэг транзакцид хадгалдаг.</a:t>
            </a:r>
          </a:p>
          <a:p xmlns:a="http://schemas.openxmlformats.org/drawingml/2006/main">
            <a:r>
              <a:t/>
            </a:r>
          </a:p>
          <a:p xmlns:a="http://schemas.openxmlformats.org/drawingml/2006/main">
            <a:r>
              <a:t>Эх сурвалж: D:\Projects\Web\tsagavya\README.md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Нэг бизнесийн нэг ажилтанд баталгаажсан захиалгуудын хугацаа давхцахыг PostgreSQL-ийн EXCLUDE USING gist хязгаарлалт хориглодог. Жишээлбэл 10:00-д эхэлсэн 45 минутын үйлчилгээтэй үед тухайн ажилтанд 10:30-ийн захиалга үүсэх боломжгүй. Цуцалсан захиалга энэ хоригт тооцогдохгүй. request_id UNIQUE нь давхар товшилт болон сүлжээний дахин оролдлогоос нэг л захиалга үүсгэнэ.</a:t>
            </a:r>
          </a:p>
          <a:p xmlns:a="http://schemas.openxmlformats.org/drawingml/2006/main">
            <a:r>
              <a:t/>
            </a:r>
          </a:p>
          <a:p xmlns:a="http://schemas.openxmlformats.org/drawingml/2006/main">
            <a:r>
              <a:t>Эх сурвалж: D:\Projects\Web\tsagavya\README.md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Анхдагч дүрмээр төлсөн дүнгийн 5 хувь оноо болно. Нэг оноо нэг төгрөгийн хөнгөлөлттэй тэнцэнэ. Захиалгад ашиглах доод хэмжээ 1000 оноо, захиалгын үнийн дээд тал нь 50 хувийг оноогоор хөнгөлнө. Эдгээр утгыг админ өөрчилж болно. Зөвхөн нэвтэрсэн үедээ хийсэн захиалга оноо олгоно. Бизнес ирсэн гэж тэмдэглэхэд, эсвэл үйлчилгээ дууссанаас 24 цагийн дараа автоматаар олгоно. Ирцгүй бол олгохгүй. Оноо зарцуулах болон захиалга хадгалах нь нэг транзакц. Цуцалбал зарцуулсан оноог буцаана.</a:t>
            </a:r>
          </a:p>
          <a:p xmlns:a="http://schemas.openxmlformats.org/drawingml/2006/main">
            <a:r>
              <a:t/>
            </a:r>
          </a:p>
          <a:p xmlns:a="http://schemas.openxmlformats.org/drawingml/2006/main">
            <a:r>
              <a:t>Эх сурвалж: D:\Projects\Web\tsagavya\README.md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README-д дурдсан технологийн багц: Next.js 16 App Router, React 19, strict TypeScript, Tailwind CSS v4, shadcn/ui, Zod 4, PostgreSQL 18 болон postgres.js. Аппыг Vercel, өгөгдлийн санг Neon дээр байршуулна. Локал орчинд Docker Compose ашигладаг. SQL-ийг шууд бичсэн бөгөөд давхар захиалга, онооны гол дүрмүүдийг constraint, CHECK, trigger-ээр өгөгдлийн сангийн түвшинд хэрэгжүүлсэн. Энд жагсаасан хувилбарууд нь README-ийн мэдээлэл бөгөөд суулгасан багцуудын бие даасан аудит биш.</a:t>
            </a:r>
          </a:p>
          <a:p xmlns:a="http://schemas.openxmlformats.org/drawingml/2006/main">
            <a:r>
              <a:t/>
            </a:r>
          </a:p>
          <a:p xmlns:a="http://schemas.openxmlformats.org/drawingml/2006/main">
            <a:r>
              <a:t>Эх сурвалж: D:\Projects\Web\tsagavya\README.md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Нууц үгийг scrypt-ээр хэшилнэ. Session cookie-д санамсаргүй токен, өгөгдлийн санд токены SHA-256 хэш хадгалдаг. Таван удаа буруу нэвтэрвэл бүртгэл арван таван минут түгжигдэнэ. Хандалтын эрхийг сервер талд шалгадаг. Захиалгад нэр, утас болон мэдээлэл ашиглуулах зөвшөөрөл авна. README-ийн хууль мөрдөж байгаа гэсэн мэдэгдлийг энэхүү танилцуулгад хууль зүйн баталгаажуулалт гэж дүгнээгүй. Төхөөрөмж хоорондын хязгаар: профайл, миний захиалгын жагсаалтын хуулбар localStorage-д байгаа. Утасны OTP баталгаажуулалт одоогоор хийгдээгүй.</a:t>
            </a:r>
          </a:p>
          <a:p xmlns:a="http://schemas.openxmlformats.org/drawingml/2006/main">
            <a:r>
              <a:t/>
            </a:r>
          </a:p>
          <a:p xmlns:a="http://schemas.openxmlformats.org/drawingml/2006/main">
            <a:r>
              <a:t>Эх сурвалж: D:\Projects\Web\tsagavya\README.md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README-д төлөвлөсөн ажилд SMS OTP, нууц үг сэргээх, онлайн төлбөр, SMS сануулга, удирдлагын самбараас цагийн хуваарь ба үйлчилгээ засах, хэрэглэгч өөрөө бүртгэлээ устгах, захиалгын жагсаалтыг серверээс авах багтсан. Бүртгүүлсэн бизнесийг хайлтанд гаргах статус README-ийн хэсгүүдэд зөрүүтэй тул үүнийг хийсэн эсвэл хийгдээгүй гэж эцэслээгүй. Танилцуулгын дараа README-д өгсөн демо хаягаар хэрэглэгчийн хайлт, захиалгын урсгалыг үзүүлж болно. Демог энэ танилцуулга хийх үед бие даан туршаагүй.</a:t>
            </a:r>
          </a:p>
          <a:p xmlns:a="http://schemas.openxmlformats.org/drawingml/2006/main">
            <a:r>
              <a:t/>
            </a:r>
          </a:p>
          <a:p xmlns:a="http://schemas.openxmlformats.org/drawingml/2006/main">
            <a:r>
              <a:t>Эх сурвалж: D:\Projects\Web\tsagavya\README.md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22eef9c672d48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0b61190bc7d458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9e0c88476447e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21dfbfcd4b6413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babaf289944c8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5ee607fe0e249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DED579-8422-4135-A173-D256F78DCF4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7087493-BD66-4C4D-B784-6E3E9917F5D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830D56-4CA5-4D4B-8965-E69940DAC8D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2BE1315-FAD8-400C-B6EE-1EF85E2C0E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55B428F-E905-4E5D-952E-6A81882AB50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B5BA299-CA01-4375-92D5-D3F735A293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60F5AA-D000-478D-98DC-CF35AB9FD52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8F19025-C013-465D-A354-EC1B9210320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E57771-AD1E-4ADD-9701-528F81E33B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91C544-B92B-4C8C-83B1-9FBFF15A48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b52e60acd64dd8" /><Relationship Type="http://schemas.openxmlformats.org/officeDocument/2006/relationships/slideLayout" Target="/ppt/slideLayouts/slideLayout1.xml" Id="R8913efe4f30c4e6e" /><Relationship Type="http://schemas.openxmlformats.org/officeDocument/2006/relationships/slideLayout" Target="/ppt/slideLayouts/slideLayout2.xml" Id="Re4dc1423d64541f2" /><Relationship Type="http://schemas.openxmlformats.org/officeDocument/2006/relationships/slideLayout" Target="/ppt/slideLayouts/slideLayout3.xml" Id="R0416cc7bffa2429f" /><Relationship Type="http://schemas.openxmlformats.org/officeDocument/2006/relationships/slideLayout" Target="/ppt/slideLayouts/slideLayout4.xml" Id="R0a91785699bd42fc" /><Relationship Type="http://schemas.openxmlformats.org/officeDocument/2006/relationships/slideLayout" Target="/ppt/slideLayouts/slideLayout5.xml" Id="R3b618b48f6fa483b" /><Relationship Type="http://schemas.openxmlformats.org/officeDocument/2006/relationships/slideLayout" Target="/ppt/slideLayouts/slideLayout6.xml" Id="R31a5d9c0cf08477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913efe4f30c4e6e"/>
    <p:sldLayoutId xmlns:r="http://schemas.openxmlformats.org/officeDocument/2006/relationships" id="2147483650" r:id="Re4dc1423d64541f2"/>
    <p:sldLayoutId xmlns:r="http://schemas.openxmlformats.org/officeDocument/2006/relationships" id="2147483651" r:id="R0416cc7bffa2429f"/>
    <p:sldLayoutId xmlns:r="http://schemas.openxmlformats.org/officeDocument/2006/relationships" id="2147483652" r:id="R0a91785699bd42fc"/>
    <p:sldLayoutId xmlns:r="http://schemas.openxmlformats.org/officeDocument/2006/relationships" id="2147483653" r:id="R3b618b48f6fa483b"/>
    <p:sldLayoutId xmlns:r="http://schemas.openxmlformats.org/officeDocument/2006/relationships" id="2147483654" r:id="R31a5d9c0cf08477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5f59578aad4402e" /><Relationship Type="http://schemas.openxmlformats.org/officeDocument/2006/relationships/image" Target="/ppt/media/image.png" Id="Rb48c568d03244364" /><Relationship Type="http://schemas.openxmlformats.org/officeDocument/2006/relationships/notesSlide" Target="/ppt/notesSlides/notesSlide1.xml" Id="R001c9d5d587745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6bb9ea8c9924c74" /><Relationship Type="http://schemas.openxmlformats.org/officeDocument/2006/relationships/notesSlide" Target="/ppt/notesSlides/notesSlide2.xml" Id="Re2f8474073244f5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d066f207bce4c22" /><Relationship Type="http://schemas.openxmlformats.org/officeDocument/2006/relationships/notesSlide" Target="/ppt/notesSlides/notesSlide3.xml" Id="R8106c4e70a4f47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a33e974b7704cdf" /><Relationship Type="http://schemas.openxmlformats.org/officeDocument/2006/relationships/notesSlide" Target="/ppt/notesSlides/notesSlide4.xml" Id="R1aa1e243a56a485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9d4e1126e1b43a0" /><Relationship Type="http://schemas.openxmlformats.org/officeDocument/2006/relationships/notesSlide" Target="/ppt/notesSlides/notesSlide5.xml" Id="R3f6b1eac4bad44b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127203817bc49d6" /><Relationship Type="http://schemas.openxmlformats.org/officeDocument/2006/relationships/notesSlide" Target="/ppt/notesSlides/notesSlide6.xml" Id="R8acba74cbf444d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380f823fa994bf6" /><Relationship Type="http://schemas.openxmlformats.org/officeDocument/2006/relationships/notesSlide" Target="/ppt/notesSlides/notesSlide7.xml" Id="R7614028a9dcc4b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b93252212b24e24" /><Relationship Type="http://schemas.openxmlformats.org/officeDocument/2006/relationships/notesSlide" Target="/ppt/notesSlides/notesSlide8.xml" Id="R44878933c44e42e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e70bb1e9b1a4975" /><Relationship Type="http://schemas.openxmlformats.org/officeDocument/2006/relationships/notesSlide" Target="/ppt/notesSlides/notesSlide9.xml" Id="R7f3dc918a46d47b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ffc5fcd8f784a99" /><Relationship Type="http://schemas.openxmlformats.org/officeDocument/2006/relationships/notesSlide" Target="/ppt/notesSlides/notesSlide10.xml" Id="Rdd3b05b6e4d44bc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bb76f3c90404aaf" /><Relationship Type="http://schemas.openxmlformats.org/officeDocument/2006/relationships/notesSlide" Target="/ppt/notesSlides/notesSlide11.xml" Id="Refef464d8629414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ed94c0155d14ce0" /><Relationship Type="http://schemas.openxmlformats.org/officeDocument/2006/relationships/hyperlink" Target="https://tsagtaa.vercel.app/" TargetMode="External" Id="Rd6244ea6e42d4538" /><Relationship Type="http://schemas.openxmlformats.org/officeDocument/2006/relationships/notesSlide" Target="/ppt/notesSlides/notesSlide12.xml" Id="R94bfcdaa608c4184" /></Relationships>
</file>

<file path=ppt/slides/slide1.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6" name="text-g1negs-0">
            <a:extLst xmlns:a="http://schemas.openxmlformats.org/drawingml/2006/main">
              <a:ext uri="{FF2B5EF4-FFF2-40B4-BE49-F238E27FC236}">
                <a16:creationId xmlns:a16="http://schemas.microsoft.com/office/drawing/2014/main" id="{2E388D33-704A-47D5-A94C-399E2463E7FC}"/>
              </a:ext>
            </a:extLst>
          </p:cNvPr>
          <p:cNvSpPr>
            <a:spLocks xmlns:a="http://schemas.openxmlformats.org/drawingml/2006/main" noGrp="1"/>
          </p:cNvSpPr>
          <p:nvPr/>
        </p:nvSpPr>
        <p:spPr>
          <a:xfrm xmlns:a="http://schemas.openxmlformats.org/drawingml/2006/main">
            <a:off x="109347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350" b="0">
                <a:solidFill>
                  <a:srgbClr val="52637B"/>
                </a:solidFill>
                <a:latin typeface="Arial"/>
                <a:ea typeface="Arial"/>
                <a:cs typeface="Arial"/>
              </a:defRPr>
            </a:lvl1pPr>
            <a:lvl2pPr>
              <a:buNone/>
              <a:defRPr sz="1350" b="0">
                <a:solidFill>
                  <a:srgbClr val="52637B"/>
                </a:solidFill>
                <a:latin typeface="Arial"/>
                <a:ea typeface="Arial"/>
                <a:cs typeface="Arial"/>
              </a:defRPr>
            </a:lvl2pPr>
            <a:lvl3pPr>
              <a:buNone/>
              <a:defRPr sz="1350" b="0">
                <a:solidFill>
                  <a:srgbClr val="52637B"/>
                </a:solidFill>
                <a:latin typeface="Arial"/>
                <a:ea typeface="Arial"/>
                <a:cs typeface="Arial"/>
              </a:defRPr>
            </a:lvl3pPr>
            <a:lvl4pPr>
              <a:buNone/>
              <a:defRPr sz="1350" b="0">
                <a:solidFill>
                  <a:srgbClr val="52637B"/>
                </a:solidFill>
                <a:latin typeface="Arial"/>
                <a:ea typeface="Arial"/>
                <a:cs typeface="Arial"/>
              </a:defRPr>
            </a:lvl4pPr>
            <a:lvl5pPr>
              <a:buNone/>
              <a:defRPr sz="1350" b="0">
                <a:solidFill>
                  <a:srgbClr val="52637B"/>
                </a:solidFill>
                <a:latin typeface="Arial"/>
                <a:ea typeface="Arial"/>
                <a:cs typeface="Arial"/>
              </a:defRPr>
            </a:lvl5pPr>
            <a:lvl6pPr>
              <a:buNone/>
              <a:defRPr sz="1350" b="0">
                <a:solidFill>
                  <a:srgbClr val="52637B"/>
                </a:solidFill>
                <a:latin typeface="Arial"/>
                <a:ea typeface="Arial"/>
                <a:cs typeface="Arial"/>
              </a:defRPr>
            </a:lvl6pPr>
            <a:lvl7pPr>
              <a:buNone/>
              <a:defRPr sz="1350" b="0">
                <a:solidFill>
                  <a:srgbClr val="52637B"/>
                </a:solidFill>
                <a:latin typeface="Arial"/>
                <a:ea typeface="Arial"/>
                <a:cs typeface="Arial"/>
              </a:defRPr>
            </a:lvl7pPr>
            <a:lvl8pPr>
              <a:buNone/>
              <a:defRPr sz="1350" b="0">
                <a:solidFill>
                  <a:srgbClr val="52637B"/>
                </a:solidFill>
                <a:latin typeface="Arial"/>
                <a:ea typeface="Arial"/>
                <a:cs typeface="Arial"/>
              </a:defRPr>
            </a:lvl8pPr>
            <a:lvl9pPr>
              <a:buNone/>
              <a:defRPr sz="1350" b="0">
                <a:solidFill>
                  <a:srgbClr val="52637B"/>
                </a:solidFill>
                <a:latin typeface="Arial"/>
                <a:ea typeface="Arial"/>
                <a:cs typeface="Arial"/>
              </a:defRPr>
            </a:lvl9pPr>
          </a:lstStyle>
          <a:p xmlns:a="http://schemas.openxmlformats.org/drawingml/2006/main">
            <a:pPr>
              <a:buNone/>
              <a:defRPr sz="1350" b="0">
                <a:solidFill>
                  <a:srgbClr val="52637B"/>
                </a:solidFill>
                <a:latin typeface="Arial"/>
                <a:ea typeface="Arial"/>
                <a:cs typeface="Arial"/>
              </a:defRPr>
            </a:pPr>
            <a:r>
              <a:rPr sz="1350" b="0">
                <a:solidFill>
                  <a:srgbClr val="52637B"/>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48c568d0324436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ext-g1negs-1">
            <a:extLst xmlns:a="http://schemas.openxmlformats.org/drawingml/2006/main">
              <a:ext uri="{FF2B5EF4-FFF2-40B4-BE49-F238E27FC236}">
                <a16:creationId xmlns:a16="http://schemas.microsoft.com/office/drawing/2014/main" id="{7230D4C9-A9D5-4648-9B55-4A15F6A8EE8B}"/>
              </a:ext>
            </a:extLst>
          </p:cNvPr>
          <p:cNvSpPr>
            <a:spLocks xmlns:a="http://schemas.openxmlformats.org/drawingml/2006/main" noGrp="1"/>
          </p:cNvSpPr>
          <p:nvPr/>
        </p:nvSpPr>
        <p:spPr>
          <a:xfrm xmlns:a="http://schemas.openxmlformats.org/drawingml/2006/main">
            <a:off x="685800" y="1695450"/>
            <a:ext cx="6191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7500" b="1">
                <a:solidFill>
                  <a:srgbClr val="2459DA"/>
                </a:solidFill>
                <a:latin typeface="Arial"/>
                <a:ea typeface="Arial"/>
                <a:cs typeface="Arial"/>
              </a:defRPr>
            </a:lvl1pPr>
            <a:lvl2pPr>
              <a:buNone/>
              <a:defRPr sz="7500" b="1">
                <a:solidFill>
                  <a:srgbClr val="2459DA"/>
                </a:solidFill>
                <a:latin typeface="Arial"/>
                <a:ea typeface="Arial"/>
                <a:cs typeface="Arial"/>
              </a:defRPr>
            </a:lvl2pPr>
            <a:lvl3pPr>
              <a:buNone/>
              <a:defRPr sz="7500" b="1">
                <a:solidFill>
                  <a:srgbClr val="2459DA"/>
                </a:solidFill>
                <a:latin typeface="Arial"/>
                <a:ea typeface="Arial"/>
                <a:cs typeface="Arial"/>
              </a:defRPr>
            </a:lvl3pPr>
            <a:lvl4pPr>
              <a:buNone/>
              <a:defRPr sz="7500" b="1">
                <a:solidFill>
                  <a:srgbClr val="2459DA"/>
                </a:solidFill>
                <a:latin typeface="Arial"/>
                <a:ea typeface="Arial"/>
                <a:cs typeface="Arial"/>
              </a:defRPr>
            </a:lvl4pPr>
            <a:lvl5pPr>
              <a:buNone/>
              <a:defRPr sz="7500" b="1">
                <a:solidFill>
                  <a:srgbClr val="2459DA"/>
                </a:solidFill>
                <a:latin typeface="Arial"/>
                <a:ea typeface="Arial"/>
                <a:cs typeface="Arial"/>
              </a:defRPr>
            </a:lvl5pPr>
            <a:lvl6pPr>
              <a:buNone/>
              <a:defRPr sz="7500" b="1">
                <a:solidFill>
                  <a:srgbClr val="2459DA"/>
                </a:solidFill>
                <a:latin typeface="Arial"/>
                <a:ea typeface="Arial"/>
                <a:cs typeface="Arial"/>
              </a:defRPr>
            </a:lvl6pPr>
            <a:lvl7pPr>
              <a:buNone/>
              <a:defRPr sz="7500" b="1">
                <a:solidFill>
                  <a:srgbClr val="2459DA"/>
                </a:solidFill>
                <a:latin typeface="Arial"/>
                <a:ea typeface="Arial"/>
                <a:cs typeface="Arial"/>
              </a:defRPr>
            </a:lvl7pPr>
            <a:lvl8pPr>
              <a:buNone/>
              <a:defRPr sz="7500" b="1">
                <a:solidFill>
                  <a:srgbClr val="2459DA"/>
                </a:solidFill>
                <a:latin typeface="Arial"/>
                <a:ea typeface="Arial"/>
                <a:cs typeface="Arial"/>
              </a:defRPr>
            </a:lvl8pPr>
            <a:lvl9pPr>
              <a:buNone/>
              <a:defRPr sz="7500" b="1">
                <a:solidFill>
                  <a:srgbClr val="2459DA"/>
                </a:solidFill>
                <a:latin typeface="Arial"/>
                <a:ea typeface="Arial"/>
                <a:cs typeface="Arial"/>
              </a:defRPr>
            </a:lvl9pPr>
          </a:lstStyle>
          <a:p xmlns:a="http://schemas.openxmlformats.org/drawingml/2006/main">
            <a:pPr>
              <a:buNone/>
              <a:defRPr sz="7500" b="1">
                <a:solidFill>
                  <a:srgbClr val="2459DA"/>
                </a:solidFill>
                <a:latin typeface="Arial"/>
                <a:ea typeface="Arial"/>
                <a:cs typeface="Arial"/>
              </a:defRPr>
            </a:pPr>
            <a:r>
              <a:rPr sz="7500" b="1">
                <a:solidFill>
                  <a:srgbClr val="2459DA"/>
                </a:solidFill>
                <a:latin typeface="Arial"/>
                <a:ea typeface="Arial"/>
                <a:cs typeface="Arial"/>
              </a:rPr>
              <a:t>Цагтаа</a:t>
            </a:r>
          </a:p>
        </p:txBody>
      </p:sp>
      <p:sp>
        <p:nvSpPr>
          <p:cNvPr id="4" name="text-g1negs-2">
            <a:extLst xmlns:a="http://schemas.openxmlformats.org/drawingml/2006/main">
              <a:ext uri="{FF2B5EF4-FFF2-40B4-BE49-F238E27FC236}">
                <a16:creationId xmlns:a16="http://schemas.microsoft.com/office/drawing/2014/main" id="{EF86DB7F-E77F-4EA6-985F-8AA72434F734}"/>
              </a:ext>
            </a:extLst>
          </p:cNvPr>
          <p:cNvSpPr>
            <a:spLocks xmlns:a="http://schemas.openxmlformats.org/drawingml/2006/main" noGrp="1"/>
          </p:cNvSpPr>
          <p:nvPr/>
        </p:nvSpPr>
        <p:spPr>
          <a:xfrm xmlns:a="http://schemas.openxmlformats.org/drawingml/2006/main">
            <a:off x="723900" y="3105150"/>
            <a:ext cx="57626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3450" b="1">
                <a:solidFill>
                  <a:srgbClr val="14223B"/>
                </a:solidFill>
                <a:latin typeface="Arial"/>
                <a:ea typeface="Arial"/>
                <a:cs typeface="Arial"/>
              </a:defRPr>
            </a:lvl1pPr>
            <a:lvl2pPr>
              <a:buNone/>
              <a:defRPr sz="3450" b="1">
                <a:solidFill>
                  <a:srgbClr val="14223B"/>
                </a:solidFill>
                <a:latin typeface="Arial"/>
                <a:ea typeface="Arial"/>
                <a:cs typeface="Arial"/>
              </a:defRPr>
            </a:lvl2pPr>
            <a:lvl3pPr>
              <a:buNone/>
              <a:defRPr sz="3450" b="1">
                <a:solidFill>
                  <a:srgbClr val="14223B"/>
                </a:solidFill>
                <a:latin typeface="Arial"/>
                <a:ea typeface="Arial"/>
                <a:cs typeface="Arial"/>
              </a:defRPr>
            </a:lvl3pPr>
            <a:lvl4pPr>
              <a:buNone/>
              <a:defRPr sz="3450" b="1">
                <a:solidFill>
                  <a:srgbClr val="14223B"/>
                </a:solidFill>
                <a:latin typeface="Arial"/>
                <a:ea typeface="Arial"/>
                <a:cs typeface="Arial"/>
              </a:defRPr>
            </a:lvl4pPr>
            <a:lvl5pPr>
              <a:buNone/>
              <a:defRPr sz="3450" b="1">
                <a:solidFill>
                  <a:srgbClr val="14223B"/>
                </a:solidFill>
                <a:latin typeface="Arial"/>
                <a:ea typeface="Arial"/>
                <a:cs typeface="Arial"/>
              </a:defRPr>
            </a:lvl5pPr>
            <a:lvl6pPr>
              <a:buNone/>
              <a:defRPr sz="3450" b="1">
                <a:solidFill>
                  <a:srgbClr val="14223B"/>
                </a:solidFill>
                <a:latin typeface="Arial"/>
                <a:ea typeface="Arial"/>
                <a:cs typeface="Arial"/>
              </a:defRPr>
            </a:lvl6pPr>
            <a:lvl7pPr>
              <a:buNone/>
              <a:defRPr sz="3450" b="1">
                <a:solidFill>
                  <a:srgbClr val="14223B"/>
                </a:solidFill>
                <a:latin typeface="Arial"/>
                <a:ea typeface="Arial"/>
                <a:cs typeface="Arial"/>
              </a:defRPr>
            </a:lvl7pPr>
            <a:lvl8pPr>
              <a:buNone/>
              <a:defRPr sz="3450" b="1">
                <a:solidFill>
                  <a:srgbClr val="14223B"/>
                </a:solidFill>
                <a:latin typeface="Arial"/>
                <a:ea typeface="Arial"/>
                <a:cs typeface="Arial"/>
              </a:defRPr>
            </a:lvl8pPr>
            <a:lvl9pPr>
              <a:buNone/>
              <a:defRPr sz="3450" b="1">
                <a:solidFill>
                  <a:srgbClr val="14223B"/>
                </a:solidFill>
                <a:latin typeface="Arial"/>
                <a:ea typeface="Arial"/>
                <a:cs typeface="Arial"/>
              </a:defRPr>
            </a:lvl9pPr>
          </a:lstStyle>
          <a:p xmlns:a="http://schemas.openxmlformats.org/drawingml/2006/main">
            <a:pPr>
              <a:buNone/>
              <a:defRPr sz="3450" b="1">
                <a:solidFill>
                  <a:srgbClr val="14223B"/>
                </a:solidFill>
                <a:latin typeface="Arial"/>
                <a:ea typeface="Arial"/>
                <a:cs typeface="Arial"/>
              </a:defRPr>
            </a:pPr>
            <a:r>
              <a:rPr sz="3450" b="1">
                <a:solidFill>
                  <a:srgbClr val="14223B"/>
                </a:solidFill>
                <a:latin typeface="Arial"/>
                <a:ea typeface="Arial"/>
                <a:cs typeface="Arial"/>
              </a:rPr>
              <a:t>Онлайн цаг</a:t>
            </a:r>
          </a:p>
          <a:p xmlns:a="http://schemas.openxmlformats.org/drawingml/2006/main">
            <a:pPr>
              <a:buNone/>
              <a:defRPr sz="3450" b="1">
                <a:solidFill>
                  <a:srgbClr val="14223B"/>
                </a:solidFill>
                <a:latin typeface="Arial"/>
                <a:ea typeface="Arial"/>
                <a:cs typeface="Arial"/>
              </a:defRPr>
            </a:pPr>
            <a:r>
              <a:rPr sz="3450" b="1">
                <a:solidFill>
                  <a:srgbClr val="14223B"/>
                </a:solidFill>
                <a:latin typeface="Arial"/>
                <a:ea typeface="Arial"/>
                <a:cs typeface="Arial"/>
              </a:rPr>
              <a:t>захиалгын систем</a:t>
            </a:r>
          </a:p>
        </p:txBody>
      </p:sp>
      <p:sp>
        <p:nvSpPr>
          <p:cNvPr id="5" name="text-g1negs-3">
            <a:extLst xmlns:a="http://schemas.openxmlformats.org/drawingml/2006/main">
              <a:ext uri="{FF2B5EF4-FFF2-40B4-BE49-F238E27FC236}">
                <a16:creationId xmlns:a16="http://schemas.microsoft.com/office/drawing/2014/main" id="{48B7D05B-8DCE-478E-B335-BB1ACF16A5C5}"/>
              </a:ext>
            </a:extLst>
          </p:cNvPr>
          <p:cNvSpPr>
            <a:spLocks xmlns:a="http://schemas.openxmlformats.org/drawingml/2006/main" noGrp="1"/>
          </p:cNvSpPr>
          <p:nvPr/>
        </p:nvSpPr>
        <p:spPr>
          <a:xfrm xmlns:a="http://schemas.openxmlformats.org/drawingml/2006/main">
            <a:off x="733425" y="5191125"/>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875" b="0">
                <a:solidFill>
                  <a:srgbClr val="52637B"/>
                </a:solidFill>
                <a:latin typeface="Arial"/>
                <a:ea typeface="Arial"/>
                <a:cs typeface="Arial"/>
              </a:defRPr>
            </a:lvl1pPr>
            <a:lvl2pPr>
              <a:buNone/>
              <a:defRPr sz="1875" b="0">
                <a:solidFill>
                  <a:srgbClr val="52637B"/>
                </a:solidFill>
                <a:latin typeface="Arial"/>
                <a:ea typeface="Arial"/>
                <a:cs typeface="Arial"/>
              </a:defRPr>
            </a:lvl2pPr>
            <a:lvl3pPr>
              <a:buNone/>
              <a:defRPr sz="1875" b="0">
                <a:solidFill>
                  <a:srgbClr val="52637B"/>
                </a:solidFill>
                <a:latin typeface="Arial"/>
                <a:ea typeface="Arial"/>
                <a:cs typeface="Arial"/>
              </a:defRPr>
            </a:lvl3pPr>
            <a:lvl4pPr>
              <a:buNone/>
              <a:defRPr sz="1875" b="0">
                <a:solidFill>
                  <a:srgbClr val="52637B"/>
                </a:solidFill>
                <a:latin typeface="Arial"/>
                <a:ea typeface="Arial"/>
                <a:cs typeface="Arial"/>
              </a:defRPr>
            </a:lvl4pPr>
            <a:lvl5pPr>
              <a:buNone/>
              <a:defRPr sz="1875" b="0">
                <a:solidFill>
                  <a:srgbClr val="52637B"/>
                </a:solidFill>
                <a:latin typeface="Arial"/>
                <a:ea typeface="Arial"/>
                <a:cs typeface="Arial"/>
              </a:defRPr>
            </a:lvl5pPr>
            <a:lvl6pPr>
              <a:buNone/>
              <a:defRPr sz="1875" b="0">
                <a:solidFill>
                  <a:srgbClr val="52637B"/>
                </a:solidFill>
                <a:latin typeface="Arial"/>
                <a:ea typeface="Arial"/>
                <a:cs typeface="Arial"/>
              </a:defRPr>
            </a:lvl6pPr>
            <a:lvl7pPr>
              <a:buNone/>
              <a:defRPr sz="1875" b="0">
                <a:solidFill>
                  <a:srgbClr val="52637B"/>
                </a:solidFill>
                <a:latin typeface="Arial"/>
                <a:ea typeface="Arial"/>
                <a:cs typeface="Arial"/>
              </a:defRPr>
            </a:lvl7pPr>
            <a:lvl8pPr>
              <a:buNone/>
              <a:defRPr sz="1875" b="0">
                <a:solidFill>
                  <a:srgbClr val="52637B"/>
                </a:solidFill>
                <a:latin typeface="Arial"/>
                <a:ea typeface="Arial"/>
                <a:cs typeface="Arial"/>
              </a:defRPr>
            </a:lvl8pPr>
            <a:lvl9pPr>
              <a:buNone/>
              <a:defRPr sz="1875" b="0">
                <a:solidFill>
                  <a:srgbClr val="52637B"/>
                </a:solidFill>
                <a:latin typeface="Arial"/>
                <a:ea typeface="Arial"/>
                <a:cs typeface="Arial"/>
              </a:defRPr>
            </a:lvl9pPr>
          </a:lstStyle>
          <a:p xmlns:a="http://schemas.openxmlformats.org/drawingml/2006/main">
            <a:pPr>
              <a:buNone/>
              <a:defRPr sz="1875" b="0">
                <a:solidFill>
                  <a:srgbClr val="52637B"/>
                </a:solidFill>
                <a:latin typeface="Arial"/>
                <a:ea typeface="Arial"/>
                <a:cs typeface="Arial"/>
              </a:defRPr>
            </a:pPr>
            <a:r>
              <a:rPr sz="1875" b="0">
                <a:solidFill>
                  <a:srgbClr val="52637B"/>
                </a:solidFill>
                <a:latin typeface="Arial"/>
                <a:ea typeface="Arial"/>
                <a:cs typeface="Arial"/>
              </a:rPr>
              <a:t>Дипломын төслийн танилцуулга</a:t>
            </a:r>
          </a:p>
        </p:txBody>
      </p:sp>
    </p:spTree>
    <p:extLst>
      <p:ext uri="{BB962C8B-B14F-4D97-AF65-F5344CB8AC3E}">
        <p14:creationId xmlns:p14="http://schemas.microsoft.com/office/powerpoint/2010/main" val="103827980"/>
      </p:ext>
    </p:extLst>
  </p:cSld>
</p:sld>
</file>

<file path=ppt/slides/slide2.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8" name="text-07pfvl-0">
            <a:extLst xmlns:a="http://schemas.openxmlformats.org/drawingml/2006/main">
              <a:ext uri="{FF2B5EF4-FFF2-40B4-BE49-F238E27FC236}">
                <a16:creationId xmlns:a16="http://schemas.microsoft.com/office/drawing/2014/main" id="{8F323E0A-6EA0-4FB4-865D-2CF901DDB5B5}"/>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3450" b="1">
                <a:solidFill>
                  <a:srgbClr val="14223B"/>
                </a:solidFill>
                <a:latin typeface="Arial"/>
                <a:ea typeface="Arial"/>
                <a:cs typeface="Arial"/>
              </a:defRPr>
            </a:lvl1pPr>
            <a:lvl2pPr>
              <a:buNone/>
              <a:defRPr sz="3450" b="1">
                <a:solidFill>
                  <a:srgbClr val="14223B"/>
                </a:solidFill>
                <a:latin typeface="Arial"/>
                <a:ea typeface="Arial"/>
                <a:cs typeface="Arial"/>
              </a:defRPr>
            </a:lvl2pPr>
            <a:lvl3pPr>
              <a:buNone/>
              <a:defRPr sz="3450" b="1">
                <a:solidFill>
                  <a:srgbClr val="14223B"/>
                </a:solidFill>
                <a:latin typeface="Arial"/>
                <a:ea typeface="Arial"/>
                <a:cs typeface="Arial"/>
              </a:defRPr>
            </a:lvl3pPr>
            <a:lvl4pPr>
              <a:buNone/>
              <a:defRPr sz="3450" b="1">
                <a:solidFill>
                  <a:srgbClr val="14223B"/>
                </a:solidFill>
                <a:latin typeface="Arial"/>
                <a:ea typeface="Arial"/>
                <a:cs typeface="Arial"/>
              </a:defRPr>
            </a:lvl4pPr>
            <a:lvl5pPr>
              <a:buNone/>
              <a:defRPr sz="3450" b="1">
                <a:solidFill>
                  <a:srgbClr val="14223B"/>
                </a:solidFill>
                <a:latin typeface="Arial"/>
                <a:ea typeface="Arial"/>
                <a:cs typeface="Arial"/>
              </a:defRPr>
            </a:lvl5pPr>
            <a:lvl6pPr>
              <a:buNone/>
              <a:defRPr sz="3450" b="1">
                <a:solidFill>
                  <a:srgbClr val="14223B"/>
                </a:solidFill>
                <a:latin typeface="Arial"/>
                <a:ea typeface="Arial"/>
                <a:cs typeface="Arial"/>
              </a:defRPr>
            </a:lvl6pPr>
            <a:lvl7pPr>
              <a:buNone/>
              <a:defRPr sz="3450" b="1">
                <a:solidFill>
                  <a:srgbClr val="14223B"/>
                </a:solidFill>
                <a:latin typeface="Arial"/>
                <a:ea typeface="Arial"/>
                <a:cs typeface="Arial"/>
              </a:defRPr>
            </a:lvl7pPr>
            <a:lvl8pPr>
              <a:buNone/>
              <a:defRPr sz="3450" b="1">
                <a:solidFill>
                  <a:srgbClr val="14223B"/>
                </a:solidFill>
                <a:latin typeface="Arial"/>
                <a:ea typeface="Arial"/>
                <a:cs typeface="Arial"/>
              </a:defRPr>
            </a:lvl8pPr>
            <a:lvl9pPr>
              <a:buNone/>
              <a:defRPr sz="3450" b="1">
                <a:solidFill>
                  <a:srgbClr val="14223B"/>
                </a:solidFill>
                <a:latin typeface="Arial"/>
                <a:ea typeface="Arial"/>
                <a:cs typeface="Arial"/>
              </a:defRPr>
            </a:lvl9pPr>
          </a:lstStyle>
          <a:p xmlns:a="http://schemas.openxmlformats.org/drawingml/2006/main">
            <a:pPr>
              <a:buNone/>
              <a:defRPr sz="3450" b="1">
                <a:solidFill>
                  <a:srgbClr val="14223B"/>
                </a:solidFill>
                <a:latin typeface="Arial"/>
                <a:ea typeface="Arial"/>
                <a:cs typeface="Arial"/>
              </a:defRPr>
            </a:pPr>
            <a:r>
              <a:rPr sz="3450" b="1">
                <a:solidFill>
                  <a:srgbClr val="14223B"/>
                </a:solidFill>
                <a:latin typeface="Arial"/>
                <a:ea typeface="Arial"/>
                <a:cs typeface="Arial"/>
              </a:rPr>
              <a:t>Төслийн зорилго</a:t>
            </a:r>
          </a:p>
        </p:txBody>
      </p:sp>
      <p:sp>
        <p:nvSpPr>
          <p:cNvPr id="2" name="text-07pfvl-1">
            <a:extLst xmlns:a="http://schemas.openxmlformats.org/drawingml/2006/main">
              <a:ext uri="{FF2B5EF4-FFF2-40B4-BE49-F238E27FC236}">
                <a16:creationId xmlns:a16="http://schemas.microsoft.com/office/drawing/2014/main" id="{975D745A-00CD-4E53-904D-AC51C434A90E}"/>
              </a:ext>
            </a:extLst>
          </p:cNvPr>
          <p:cNvSpPr>
            <a:spLocks xmlns:a="http://schemas.openxmlformats.org/drawingml/2006/main" noGrp="1"/>
          </p:cNvSpPr>
          <p:nvPr/>
        </p:nvSpPr>
        <p:spPr>
          <a:xfrm xmlns:a="http://schemas.openxmlformats.org/drawingml/2006/main">
            <a:off x="109347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350" b="0">
                <a:solidFill>
                  <a:srgbClr val="52637B"/>
                </a:solidFill>
                <a:latin typeface="Arial"/>
                <a:ea typeface="Arial"/>
                <a:cs typeface="Arial"/>
              </a:defRPr>
            </a:lvl1pPr>
            <a:lvl2pPr>
              <a:buNone/>
              <a:defRPr sz="1350" b="0">
                <a:solidFill>
                  <a:srgbClr val="52637B"/>
                </a:solidFill>
                <a:latin typeface="Arial"/>
                <a:ea typeface="Arial"/>
                <a:cs typeface="Arial"/>
              </a:defRPr>
            </a:lvl2pPr>
            <a:lvl3pPr>
              <a:buNone/>
              <a:defRPr sz="1350" b="0">
                <a:solidFill>
                  <a:srgbClr val="52637B"/>
                </a:solidFill>
                <a:latin typeface="Arial"/>
                <a:ea typeface="Arial"/>
                <a:cs typeface="Arial"/>
              </a:defRPr>
            </a:lvl3pPr>
            <a:lvl4pPr>
              <a:buNone/>
              <a:defRPr sz="1350" b="0">
                <a:solidFill>
                  <a:srgbClr val="52637B"/>
                </a:solidFill>
                <a:latin typeface="Arial"/>
                <a:ea typeface="Arial"/>
                <a:cs typeface="Arial"/>
              </a:defRPr>
            </a:lvl4pPr>
            <a:lvl5pPr>
              <a:buNone/>
              <a:defRPr sz="1350" b="0">
                <a:solidFill>
                  <a:srgbClr val="52637B"/>
                </a:solidFill>
                <a:latin typeface="Arial"/>
                <a:ea typeface="Arial"/>
                <a:cs typeface="Arial"/>
              </a:defRPr>
            </a:lvl5pPr>
            <a:lvl6pPr>
              <a:buNone/>
              <a:defRPr sz="1350" b="0">
                <a:solidFill>
                  <a:srgbClr val="52637B"/>
                </a:solidFill>
                <a:latin typeface="Arial"/>
                <a:ea typeface="Arial"/>
                <a:cs typeface="Arial"/>
              </a:defRPr>
            </a:lvl6pPr>
            <a:lvl7pPr>
              <a:buNone/>
              <a:defRPr sz="1350" b="0">
                <a:solidFill>
                  <a:srgbClr val="52637B"/>
                </a:solidFill>
                <a:latin typeface="Arial"/>
                <a:ea typeface="Arial"/>
                <a:cs typeface="Arial"/>
              </a:defRPr>
            </a:lvl7pPr>
            <a:lvl8pPr>
              <a:buNone/>
              <a:defRPr sz="1350" b="0">
                <a:solidFill>
                  <a:srgbClr val="52637B"/>
                </a:solidFill>
                <a:latin typeface="Arial"/>
                <a:ea typeface="Arial"/>
                <a:cs typeface="Arial"/>
              </a:defRPr>
            </a:lvl8pPr>
            <a:lvl9pPr>
              <a:buNone/>
              <a:defRPr sz="1350" b="0">
                <a:solidFill>
                  <a:srgbClr val="52637B"/>
                </a:solidFill>
                <a:latin typeface="Arial"/>
                <a:ea typeface="Arial"/>
                <a:cs typeface="Arial"/>
              </a:defRPr>
            </a:lvl9pPr>
          </a:lstStyle>
          <a:p xmlns:a="http://schemas.openxmlformats.org/drawingml/2006/main">
            <a:pPr>
              <a:buNone/>
              <a:defRPr sz="1350" b="0">
                <a:solidFill>
                  <a:srgbClr val="52637B"/>
                </a:solidFill>
                <a:latin typeface="Arial"/>
                <a:ea typeface="Arial"/>
                <a:cs typeface="Arial"/>
              </a:defRPr>
            </a:pPr>
            <a:r>
              <a:rPr sz="1350" b="0">
                <a:solidFill>
                  <a:srgbClr val="52637B"/>
                </a:solidFill>
                <a:latin typeface="Arial"/>
                <a:ea typeface="Arial"/>
                <a:cs typeface="Arial"/>
              </a:rPr>
              <a:t>02</a:t>
            </a:r>
          </a:p>
        </p:txBody>
      </p:sp>
      <p:sp>
        <p:nvSpPr>
          <p:cNvPr id="3" name="text-07pfvl-2">
            <a:extLst xmlns:a="http://schemas.openxmlformats.org/drawingml/2006/main">
              <a:ext uri="{FF2B5EF4-FFF2-40B4-BE49-F238E27FC236}">
                <a16:creationId xmlns:a16="http://schemas.microsoft.com/office/drawing/2014/main" id="{5025882F-68C4-4897-96A0-36BCE6E596A7}"/>
              </a:ext>
            </a:extLst>
          </p:cNvPr>
          <p:cNvSpPr>
            <a:spLocks xmlns:a="http://schemas.openxmlformats.org/drawingml/2006/main" noGrp="1"/>
          </p:cNvSpPr>
          <p:nvPr/>
        </p:nvSpPr>
        <p:spPr>
          <a:xfrm xmlns:a="http://schemas.openxmlformats.org/drawingml/2006/main">
            <a:off x="685800" y="1971675"/>
            <a:ext cx="1009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4275" b="1">
                <a:solidFill>
                  <a:srgbClr val="2459DA"/>
                </a:solidFill>
                <a:latin typeface="Arial"/>
                <a:ea typeface="Arial"/>
                <a:cs typeface="Arial"/>
              </a:defRPr>
            </a:lvl1pPr>
            <a:lvl2pPr>
              <a:buNone/>
              <a:defRPr sz="4275" b="1">
                <a:solidFill>
                  <a:srgbClr val="2459DA"/>
                </a:solidFill>
                <a:latin typeface="Arial"/>
                <a:ea typeface="Arial"/>
                <a:cs typeface="Arial"/>
              </a:defRPr>
            </a:lvl2pPr>
            <a:lvl3pPr>
              <a:buNone/>
              <a:defRPr sz="4275" b="1">
                <a:solidFill>
                  <a:srgbClr val="2459DA"/>
                </a:solidFill>
                <a:latin typeface="Arial"/>
                <a:ea typeface="Arial"/>
                <a:cs typeface="Arial"/>
              </a:defRPr>
            </a:lvl3pPr>
            <a:lvl4pPr>
              <a:buNone/>
              <a:defRPr sz="4275" b="1">
                <a:solidFill>
                  <a:srgbClr val="2459DA"/>
                </a:solidFill>
                <a:latin typeface="Arial"/>
                <a:ea typeface="Arial"/>
                <a:cs typeface="Arial"/>
              </a:defRPr>
            </a:lvl4pPr>
            <a:lvl5pPr>
              <a:buNone/>
              <a:defRPr sz="4275" b="1">
                <a:solidFill>
                  <a:srgbClr val="2459DA"/>
                </a:solidFill>
                <a:latin typeface="Arial"/>
                <a:ea typeface="Arial"/>
                <a:cs typeface="Arial"/>
              </a:defRPr>
            </a:lvl5pPr>
            <a:lvl6pPr>
              <a:buNone/>
              <a:defRPr sz="4275" b="1">
                <a:solidFill>
                  <a:srgbClr val="2459DA"/>
                </a:solidFill>
                <a:latin typeface="Arial"/>
                <a:ea typeface="Arial"/>
                <a:cs typeface="Arial"/>
              </a:defRPr>
            </a:lvl6pPr>
            <a:lvl7pPr>
              <a:buNone/>
              <a:defRPr sz="4275" b="1">
                <a:solidFill>
                  <a:srgbClr val="2459DA"/>
                </a:solidFill>
                <a:latin typeface="Arial"/>
                <a:ea typeface="Arial"/>
                <a:cs typeface="Arial"/>
              </a:defRPr>
            </a:lvl7pPr>
            <a:lvl8pPr>
              <a:buNone/>
              <a:defRPr sz="4275" b="1">
                <a:solidFill>
                  <a:srgbClr val="2459DA"/>
                </a:solidFill>
                <a:latin typeface="Arial"/>
                <a:ea typeface="Arial"/>
                <a:cs typeface="Arial"/>
              </a:defRPr>
            </a:lvl8pPr>
            <a:lvl9pPr>
              <a:buNone/>
              <a:defRPr sz="4275" b="1">
                <a:solidFill>
                  <a:srgbClr val="2459DA"/>
                </a:solidFill>
                <a:latin typeface="Arial"/>
                <a:ea typeface="Arial"/>
                <a:cs typeface="Arial"/>
              </a:defRPr>
            </a:lvl9pPr>
          </a:lstStyle>
          <a:p xmlns:a="http://schemas.openxmlformats.org/drawingml/2006/main">
            <a:pPr>
              <a:buNone/>
              <a:defRPr sz="4275" b="1">
                <a:solidFill>
                  <a:srgbClr val="2459DA"/>
                </a:solidFill>
                <a:latin typeface="Arial"/>
                <a:ea typeface="Arial"/>
                <a:cs typeface="Arial"/>
              </a:defRPr>
            </a:pPr>
            <a:r>
              <a:rPr sz="4275" b="1">
                <a:solidFill>
                  <a:srgbClr val="2459DA"/>
                </a:solidFill>
                <a:latin typeface="Arial"/>
                <a:ea typeface="Arial"/>
                <a:cs typeface="Arial"/>
              </a:rPr>
              <a:t>Сул цаг хайхаас</a:t>
            </a:r>
          </a:p>
          <a:p xmlns:a="http://schemas.openxmlformats.org/drawingml/2006/main">
            <a:pPr>
              <a:buNone/>
              <a:defRPr sz="4275" b="1">
                <a:solidFill>
                  <a:srgbClr val="2459DA"/>
                </a:solidFill>
                <a:latin typeface="Arial"/>
                <a:ea typeface="Arial"/>
                <a:cs typeface="Arial"/>
              </a:defRPr>
            </a:pPr>
            <a:r>
              <a:rPr sz="4275" b="1">
                <a:solidFill>
                  <a:srgbClr val="2459DA"/>
                </a:solidFill>
                <a:latin typeface="Arial"/>
                <a:ea typeface="Arial"/>
                <a:cs typeface="Arial"/>
              </a:rPr>
              <a:t>захиалга удирдах хүртэл</a:t>
            </a:r>
          </a:p>
        </p:txBody>
      </p:sp>
      <p:sp>
        <p:nvSpPr>
          <p:cNvPr id="4" name="text-07pfvl-3">
            <a:extLst xmlns:a="http://schemas.openxmlformats.org/drawingml/2006/main">
              <a:ext uri="{FF2B5EF4-FFF2-40B4-BE49-F238E27FC236}">
                <a16:creationId xmlns:a16="http://schemas.microsoft.com/office/drawing/2014/main" id="{6A72E51C-FA29-4537-BAC6-F19BBA7D01C9}"/>
              </a:ext>
            </a:extLst>
          </p:cNvPr>
          <p:cNvSpPr>
            <a:spLocks xmlns:a="http://schemas.openxmlformats.org/drawingml/2006/main" noGrp="1"/>
          </p:cNvSpPr>
          <p:nvPr/>
        </p:nvSpPr>
        <p:spPr>
          <a:xfrm xmlns:a="http://schemas.openxmlformats.org/drawingml/2006/main">
            <a:off x="685800" y="41433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400" b="1">
                <a:solidFill>
                  <a:srgbClr val="14223B"/>
                </a:solidFill>
                <a:latin typeface="Arial"/>
                <a:ea typeface="Arial"/>
                <a:cs typeface="Arial"/>
              </a:defRPr>
            </a:lvl1pPr>
            <a:lvl2pPr>
              <a:buNone/>
              <a:defRPr sz="2400" b="1">
                <a:solidFill>
                  <a:srgbClr val="14223B"/>
                </a:solidFill>
                <a:latin typeface="Arial"/>
                <a:ea typeface="Arial"/>
                <a:cs typeface="Arial"/>
              </a:defRPr>
            </a:lvl2pPr>
            <a:lvl3pPr>
              <a:buNone/>
              <a:defRPr sz="2400" b="1">
                <a:solidFill>
                  <a:srgbClr val="14223B"/>
                </a:solidFill>
                <a:latin typeface="Arial"/>
                <a:ea typeface="Arial"/>
                <a:cs typeface="Arial"/>
              </a:defRPr>
            </a:lvl3pPr>
            <a:lvl4pPr>
              <a:buNone/>
              <a:defRPr sz="2400" b="1">
                <a:solidFill>
                  <a:srgbClr val="14223B"/>
                </a:solidFill>
                <a:latin typeface="Arial"/>
                <a:ea typeface="Arial"/>
                <a:cs typeface="Arial"/>
              </a:defRPr>
            </a:lvl4pPr>
            <a:lvl5pPr>
              <a:buNone/>
              <a:defRPr sz="2400" b="1">
                <a:solidFill>
                  <a:srgbClr val="14223B"/>
                </a:solidFill>
                <a:latin typeface="Arial"/>
                <a:ea typeface="Arial"/>
                <a:cs typeface="Arial"/>
              </a:defRPr>
            </a:lvl5pPr>
            <a:lvl6pPr>
              <a:buNone/>
              <a:defRPr sz="2400" b="1">
                <a:solidFill>
                  <a:srgbClr val="14223B"/>
                </a:solidFill>
                <a:latin typeface="Arial"/>
                <a:ea typeface="Arial"/>
                <a:cs typeface="Arial"/>
              </a:defRPr>
            </a:lvl6pPr>
            <a:lvl7pPr>
              <a:buNone/>
              <a:defRPr sz="2400" b="1">
                <a:solidFill>
                  <a:srgbClr val="14223B"/>
                </a:solidFill>
                <a:latin typeface="Arial"/>
                <a:ea typeface="Arial"/>
                <a:cs typeface="Arial"/>
              </a:defRPr>
            </a:lvl7pPr>
            <a:lvl8pPr>
              <a:buNone/>
              <a:defRPr sz="2400" b="1">
                <a:solidFill>
                  <a:srgbClr val="14223B"/>
                </a:solidFill>
                <a:latin typeface="Arial"/>
                <a:ea typeface="Arial"/>
                <a:cs typeface="Arial"/>
              </a:defRPr>
            </a:lvl8pPr>
            <a:lvl9pPr>
              <a:buNone/>
              <a:defRPr sz="2400" b="1">
                <a:solidFill>
                  <a:srgbClr val="14223B"/>
                </a:solidFill>
                <a:latin typeface="Arial"/>
                <a:ea typeface="Arial"/>
                <a:cs typeface="Arial"/>
              </a:defRPr>
            </a:lvl9pPr>
          </a:lstStyle>
          <a:p xmlns:a="http://schemas.openxmlformats.org/drawingml/2006/main">
            <a:pPr>
              <a:buNone/>
              <a:defRPr sz="2400" b="1">
                <a:solidFill>
                  <a:srgbClr val="14223B"/>
                </a:solidFill>
                <a:latin typeface="Arial"/>
                <a:ea typeface="Arial"/>
                <a:cs typeface="Arial"/>
              </a:defRPr>
            </a:pPr>
            <a:r>
              <a:rPr sz="2400" b="1">
                <a:solidFill>
                  <a:srgbClr val="14223B"/>
                </a:solidFill>
                <a:latin typeface="Arial"/>
                <a:ea typeface="Arial"/>
                <a:cs typeface="Arial"/>
              </a:rPr>
              <a:t>Үйлчлүүлэгчийн хэрэгцээ</a:t>
            </a:r>
          </a:p>
        </p:txBody>
      </p:sp>
      <p:sp>
        <p:nvSpPr>
          <p:cNvPr id="5" name="text-07pfvl-4">
            <a:extLst xmlns:a="http://schemas.openxmlformats.org/drawingml/2006/main">
              <a:ext uri="{FF2B5EF4-FFF2-40B4-BE49-F238E27FC236}">
                <a16:creationId xmlns:a16="http://schemas.microsoft.com/office/drawing/2014/main" id="{6248E1A2-FC93-4A66-92F5-B9EC4D482569}"/>
              </a:ext>
            </a:extLst>
          </p:cNvPr>
          <p:cNvSpPr>
            <a:spLocks xmlns:a="http://schemas.openxmlformats.org/drawingml/2006/main" noGrp="1"/>
          </p:cNvSpPr>
          <p:nvPr/>
        </p:nvSpPr>
        <p:spPr>
          <a:xfrm xmlns:a="http://schemas.openxmlformats.org/drawingml/2006/main">
            <a:off x="685800" y="476250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00" b="0">
                <a:solidFill>
                  <a:srgbClr val="52637B"/>
                </a:solidFill>
                <a:latin typeface="Arial"/>
                <a:ea typeface="Arial"/>
                <a:cs typeface="Arial"/>
              </a:defRPr>
            </a:lvl1pPr>
            <a:lvl2pPr>
              <a:buNone/>
              <a:defRPr sz="2100" b="0">
                <a:solidFill>
                  <a:srgbClr val="52637B"/>
                </a:solidFill>
                <a:latin typeface="Arial"/>
                <a:ea typeface="Arial"/>
                <a:cs typeface="Arial"/>
              </a:defRPr>
            </a:lvl2pPr>
            <a:lvl3pPr>
              <a:buNone/>
              <a:defRPr sz="2100" b="0">
                <a:solidFill>
                  <a:srgbClr val="52637B"/>
                </a:solidFill>
                <a:latin typeface="Arial"/>
                <a:ea typeface="Arial"/>
                <a:cs typeface="Arial"/>
              </a:defRPr>
            </a:lvl3pPr>
            <a:lvl4pPr>
              <a:buNone/>
              <a:defRPr sz="2100" b="0">
                <a:solidFill>
                  <a:srgbClr val="52637B"/>
                </a:solidFill>
                <a:latin typeface="Arial"/>
                <a:ea typeface="Arial"/>
                <a:cs typeface="Arial"/>
              </a:defRPr>
            </a:lvl4pPr>
            <a:lvl5pPr>
              <a:buNone/>
              <a:defRPr sz="2100" b="0">
                <a:solidFill>
                  <a:srgbClr val="52637B"/>
                </a:solidFill>
                <a:latin typeface="Arial"/>
                <a:ea typeface="Arial"/>
                <a:cs typeface="Arial"/>
              </a:defRPr>
            </a:lvl5pPr>
            <a:lvl6pPr>
              <a:buNone/>
              <a:defRPr sz="2100" b="0">
                <a:solidFill>
                  <a:srgbClr val="52637B"/>
                </a:solidFill>
                <a:latin typeface="Arial"/>
                <a:ea typeface="Arial"/>
                <a:cs typeface="Arial"/>
              </a:defRPr>
            </a:lvl6pPr>
            <a:lvl7pPr>
              <a:buNone/>
              <a:defRPr sz="2100" b="0">
                <a:solidFill>
                  <a:srgbClr val="52637B"/>
                </a:solidFill>
                <a:latin typeface="Arial"/>
                <a:ea typeface="Arial"/>
                <a:cs typeface="Arial"/>
              </a:defRPr>
            </a:lvl7pPr>
            <a:lvl8pPr>
              <a:buNone/>
              <a:defRPr sz="2100" b="0">
                <a:solidFill>
                  <a:srgbClr val="52637B"/>
                </a:solidFill>
                <a:latin typeface="Arial"/>
                <a:ea typeface="Arial"/>
                <a:cs typeface="Arial"/>
              </a:defRPr>
            </a:lvl8pPr>
            <a:lvl9pPr>
              <a:buNone/>
              <a:defRPr sz="2100" b="0">
                <a:solidFill>
                  <a:srgbClr val="52637B"/>
                </a:solidFill>
                <a:latin typeface="Arial"/>
                <a:ea typeface="Arial"/>
                <a:cs typeface="Arial"/>
              </a:defRPr>
            </a:lvl9pPr>
          </a:lstStyle>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Үйлчилгээ, ажилтан, тохирох цагаа сонгон захиалах</a:t>
            </a:r>
          </a:p>
        </p:txBody>
      </p:sp>
      <p:sp>
        <p:nvSpPr>
          <p:cNvPr id="6" name="text-07pfvl-5">
            <a:extLst xmlns:a="http://schemas.openxmlformats.org/drawingml/2006/main">
              <a:ext uri="{FF2B5EF4-FFF2-40B4-BE49-F238E27FC236}">
                <a16:creationId xmlns:a16="http://schemas.microsoft.com/office/drawing/2014/main" id="{6F941920-6EB1-45BA-AD67-7B2470EA0F71}"/>
              </a:ext>
            </a:extLst>
          </p:cNvPr>
          <p:cNvSpPr>
            <a:spLocks xmlns:a="http://schemas.openxmlformats.org/drawingml/2006/main" noGrp="1"/>
          </p:cNvSpPr>
          <p:nvPr/>
        </p:nvSpPr>
        <p:spPr>
          <a:xfrm xmlns:a="http://schemas.openxmlformats.org/drawingml/2006/main">
            <a:off x="6381750" y="41433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400" b="1">
                <a:solidFill>
                  <a:srgbClr val="14223B"/>
                </a:solidFill>
                <a:latin typeface="Arial"/>
                <a:ea typeface="Arial"/>
                <a:cs typeface="Arial"/>
              </a:defRPr>
            </a:lvl1pPr>
            <a:lvl2pPr>
              <a:buNone/>
              <a:defRPr sz="2400" b="1">
                <a:solidFill>
                  <a:srgbClr val="14223B"/>
                </a:solidFill>
                <a:latin typeface="Arial"/>
                <a:ea typeface="Arial"/>
                <a:cs typeface="Arial"/>
              </a:defRPr>
            </a:lvl2pPr>
            <a:lvl3pPr>
              <a:buNone/>
              <a:defRPr sz="2400" b="1">
                <a:solidFill>
                  <a:srgbClr val="14223B"/>
                </a:solidFill>
                <a:latin typeface="Arial"/>
                <a:ea typeface="Arial"/>
                <a:cs typeface="Arial"/>
              </a:defRPr>
            </a:lvl3pPr>
            <a:lvl4pPr>
              <a:buNone/>
              <a:defRPr sz="2400" b="1">
                <a:solidFill>
                  <a:srgbClr val="14223B"/>
                </a:solidFill>
                <a:latin typeface="Arial"/>
                <a:ea typeface="Arial"/>
                <a:cs typeface="Arial"/>
              </a:defRPr>
            </a:lvl4pPr>
            <a:lvl5pPr>
              <a:buNone/>
              <a:defRPr sz="2400" b="1">
                <a:solidFill>
                  <a:srgbClr val="14223B"/>
                </a:solidFill>
                <a:latin typeface="Arial"/>
                <a:ea typeface="Arial"/>
                <a:cs typeface="Arial"/>
              </a:defRPr>
            </a:lvl5pPr>
            <a:lvl6pPr>
              <a:buNone/>
              <a:defRPr sz="2400" b="1">
                <a:solidFill>
                  <a:srgbClr val="14223B"/>
                </a:solidFill>
                <a:latin typeface="Arial"/>
                <a:ea typeface="Arial"/>
                <a:cs typeface="Arial"/>
              </a:defRPr>
            </a:lvl6pPr>
            <a:lvl7pPr>
              <a:buNone/>
              <a:defRPr sz="2400" b="1">
                <a:solidFill>
                  <a:srgbClr val="14223B"/>
                </a:solidFill>
                <a:latin typeface="Arial"/>
                <a:ea typeface="Arial"/>
                <a:cs typeface="Arial"/>
              </a:defRPr>
            </a:lvl7pPr>
            <a:lvl8pPr>
              <a:buNone/>
              <a:defRPr sz="2400" b="1">
                <a:solidFill>
                  <a:srgbClr val="14223B"/>
                </a:solidFill>
                <a:latin typeface="Arial"/>
                <a:ea typeface="Arial"/>
                <a:cs typeface="Arial"/>
              </a:defRPr>
            </a:lvl8pPr>
            <a:lvl9pPr>
              <a:buNone/>
              <a:defRPr sz="2400" b="1">
                <a:solidFill>
                  <a:srgbClr val="14223B"/>
                </a:solidFill>
                <a:latin typeface="Arial"/>
                <a:ea typeface="Arial"/>
                <a:cs typeface="Arial"/>
              </a:defRPr>
            </a:lvl9pPr>
          </a:lstStyle>
          <a:p xmlns:a="http://schemas.openxmlformats.org/drawingml/2006/main">
            <a:pPr>
              <a:buNone/>
              <a:defRPr sz="2400" b="1">
                <a:solidFill>
                  <a:srgbClr val="14223B"/>
                </a:solidFill>
                <a:latin typeface="Arial"/>
                <a:ea typeface="Arial"/>
                <a:cs typeface="Arial"/>
              </a:defRPr>
            </a:pPr>
            <a:r>
              <a:rPr sz="2400" b="1">
                <a:solidFill>
                  <a:srgbClr val="14223B"/>
                </a:solidFill>
                <a:latin typeface="Arial"/>
                <a:ea typeface="Arial"/>
                <a:cs typeface="Arial"/>
              </a:rPr>
              <a:t>Бизнесийн хэрэгцээ</a:t>
            </a:r>
          </a:p>
        </p:txBody>
      </p:sp>
      <p:sp>
        <p:nvSpPr>
          <p:cNvPr id="7" name="text-07pfvl-6">
            <a:extLst xmlns:a="http://schemas.openxmlformats.org/drawingml/2006/main">
              <a:ext uri="{FF2B5EF4-FFF2-40B4-BE49-F238E27FC236}">
                <a16:creationId xmlns:a16="http://schemas.microsoft.com/office/drawing/2014/main" id="{57C1B911-E53C-48F6-937F-2E1675807169}"/>
              </a:ext>
            </a:extLst>
          </p:cNvPr>
          <p:cNvSpPr>
            <a:spLocks xmlns:a="http://schemas.openxmlformats.org/drawingml/2006/main" noGrp="1"/>
          </p:cNvSpPr>
          <p:nvPr/>
        </p:nvSpPr>
        <p:spPr>
          <a:xfrm xmlns:a="http://schemas.openxmlformats.org/drawingml/2006/main">
            <a:off x="6381750" y="476250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00" b="0">
                <a:solidFill>
                  <a:srgbClr val="52637B"/>
                </a:solidFill>
                <a:latin typeface="Arial"/>
                <a:ea typeface="Arial"/>
                <a:cs typeface="Arial"/>
              </a:defRPr>
            </a:lvl1pPr>
            <a:lvl2pPr>
              <a:buNone/>
              <a:defRPr sz="2100" b="0">
                <a:solidFill>
                  <a:srgbClr val="52637B"/>
                </a:solidFill>
                <a:latin typeface="Arial"/>
                <a:ea typeface="Arial"/>
                <a:cs typeface="Arial"/>
              </a:defRPr>
            </a:lvl2pPr>
            <a:lvl3pPr>
              <a:buNone/>
              <a:defRPr sz="2100" b="0">
                <a:solidFill>
                  <a:srgbClr val="52637B"/>
                </a:solidFill>
                <a:latin typeface="Arial"/>
                <a:ea typeface="Arial"/>
                <a:cs typeface="Arial"/>
              </a:defRPr>
            </a:lvl3pPr>
            <a:lvl4pPr>
              <a:buNone/>
              <a:defRPr sz="2100" b="0">
                <a:solidFill>
                  <a:srgbClr val="52637B"/>
                </a:solidFill>
                <a:latin typeface="Arial"/>
                <a:ea typeface="Arial"/>
                <a:cs typeface="Arial"/>
              </a:defRPr>
            </a:lvl4pPr>
            <a:lvl5pPr>
              <a:buNone/>
              <a:defRPr sz="2100" b="0">
                <a:solidFill>
                  <a:srgbClr val="52637B"/>
                </a:solidFill>
                <a:latin typeface="Arial"/>
                <a:ea typeface="Arial"/>
                <a:cs typeface="Arial"/>
              </a:defRPr>
            </a:lvl5pPr>
            <a:lvl6pPr>
              <a:buNone/>
              <a:defRPr sz="2100" b="0">
                <a:solidFill>
                  <a:srgbClr val="52637B"/>
                </a:solidFill>
                <a:latin typeface="Arial"/>
                <a:ea typeface="Arial"/>
                <a:cs typeface="Arial"/>
              </a:defRPr>
            </a:lvl6pPr>
            <a:lvl7pPr>
              <a:buNone/>
              <a:defRPr sz="2100" b="0">
                <a:solidFill>
                  <a:srgbClr val="52637B"/>
                </a:solidFill>
                <a:latin typeface="Arial"/>
                <a:ea typeface="Arial"/>
                <a:cs typeface="Arial"/>
              </a:defRPr>
            </a:lvl7pPr>
            <a:lvl8pPr>
              <a:buNone/>
              <a:defRPr sz="2100" b="0">
                <a:solidFill>
                  <a:srgbClr val="52637B"/>
                </a:solidFill>
                <a:latin typeface="Arial"/>
                <a:ea typeface="Arial"/>
                <a:cs typeface="Arial"/>
              </a:defRPr>
            </a:lvl8pPr>
            <a:lvl9pPr>
              <a:buNone/>
              <a:defRPr sz="2100" b="0">
                <a:solidFill>
                  <a:srgbClr val="52637B"/>
                </a:solidFill>
                <a:latin typeface="Arial"/>
                <a:ea typeface="Arial"/>
                <a:cs typeface="Arial"/>
              </a:defRPr>
            </a:lvl9pPr>
          </a:lstStyle>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Захиалга болон өдөр тутмын хуваариа нэг дор удирдах</a:t>
            </a:r>
          </a:p>
        </p:txBody>
      </p:sp>
    </p:spTree>
    <p:extLst>
      <p:ext uri="{BB962C8B-B14F-4D97-AF65-F5344CB8AC3E}">
        <p14:creationId xmlns:p14="http://schemas.microsoft.com/office/powerpoint/2010/main" val="1840671160"/>
      </p:ext>
    </p:extLst>
  </p:cSld>
</p:sld>
</file>

<file path=ppt/slides/slide3.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5" name="text-urcgm3-0">
            <a:extLst xmlns:a="http://schemas.openxmlformats.org/drawingml/2006/main">
              <a:ext uri="{FF2B5EF4-FFF2-40B4-BE49-F238E27FC236}">
                <a16:creationId xmlns:a16="http://schemas.microsoft.com/office/drawing/2014/main" id="{8CB3E2EF-8355-4D41-914C-EE9F6E876A05}"/>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3450" b="1">
                <a:solidFill>
                  <a:srgbClr val="14223B"/>
                </a:solidFill>
                <a:latin typeface="Arial"/>
                <a:ea typeface="Arial"/>
                <a:cs typeface="Arial"/>
              </a:defRPr>
            </a:lvl1pPr>
            <a:lvl2pPr>
              <a:buNone/>
              <a:defRPr sz="3450" b="1">
                <a:solidFill>
                  <a:srgbClr val="14223B"/>
                </a:solidFill>
                <a:latin typeface="Arial"/>
                <a:ea typeface="Arial"/>
                <a:cs typeface="Arial"/>
              </a:defRPr>
            </a:lvl2pPr>
            <a:lvl3pPr>
              <a:buNone/>
              <a:defRPr sz="3450" b="1">
                <a:solidFill>
                  <a:srgbClr val="14223B"/>
                </a:solidFill>
                <a:latin typeface="Arial"/>
                <a:ea typeface="Arial"/>
                <a:cs typeface="Arial"/>
              </a:defRPr>
            </a:lvl3pPr>
            <a:lvl4pPr>
              <a:buNone/>
              <a:defRPr sz="3450" b="1">
                <a:solidFill>
                  <a:srgbClr val="14223B"/>
                </a:solidFill>
                <a:latin typeface="Arial"/>
                <a:ea typeface="Arial"/>
                <a:cs typeface="Arial"/>
              </a:defRPr>
            </a:lvl4pPr>
            <a:lvl5pPr>
              <a:buNone/>
              <a:defRPr sz="3450" b="1">
                <a:solidFill>
                  <a:srgbClr val="14223B"/>
                </a:solidFill>
                <a:latin typeface="Arial"/>
                <a:ea typeface="Arial"/>
                <a:cs typeface="Arial"/>
              </a:defRPr>
            </a:lvl5pPr>
            <a:lvl6pPr>
              <a:buNone/>
              <a:defRPr sz="3450" b="1">
                <a:solidFill>
                  <a:srgbClr val="14223B"/>
                </a:solidFill>
                <a:latin typeface="Arial"/>
                <a:ea typeface="Arial"/>
                <a:cs typeface="Arial"/>
              </a:defRPr>
            </a:lvl6pPr>
            <a:lvl7pPr>
              <a:buNone/>
              <a:defRPr sz="3450" b="1">
                <a:solidFill>
                  <a:srgbClr val="14223B"/>
                </a:solidFill>
                <a:latin typeface="Arial"/>
                <a:ea typeface="Arial"/>
                <a:cs typeface="Arial"/>
              </a:defRPr>
            </a:lvl7pPr>
            <a:lvl8pPr>
              <a:buNone/>
              <a:defRPr sz="3450" b="1">
                <a:solidFill>
                  <a:srgbClr val="14223B"/>
                </a:solidFill>
                <a:latin typeface="Arial"/>
                <a:ea typeface="Arial"/>
                <a:cs typeface="Arial"/>
              </a:defRPr>
            </a:lvl8pPr>
            <a:lvl9pPr>
              <a:buNone/>
              <a:defRPr sz="3450" b="1">
                <a:solidFill>
                  <a:srgbClr val="14223B"/>
                </a:solidFill>
                <a:latin typeface="Arial"/>
                <a:ea typeface="Arial"/>
                <a:cs typeface="Arial"/>
              </a:defRPr>
            </a:lvl9pPr>
          </a:lstStyle>
          <a:p xmlns:a="http://schemas.openxmlformats.org/drawingml/2006/main">
            <a:pPr>
              <a:buNone/>
              <a:defRPr sz="3450" b="1">
                <a:solidFill>
                  <a:srgbClr val="14223B"/>
                </a:solidFill>
                <a:latin typeface="Arial"/>
                <a:ea typeface="Arial"/>
                <a:cs typeface="Arial"/>
              </a:defRPr>
            </a:pPr>
            <a:r>
              <a:rPr sz="3450" b="1">
                <a:solidFill>
                  <a:srgbClr val="14223B"/>
                </a:solidFill>
                <a:latin typeface="Arial"/>
                <a:ea typeface="Arial"/>
                <a:cs typeface="Arial"/>
              </a:rPr>
              <a:t>Хэрэглэгчид ба үндсэн үүрэг</a:t>
            </a:r>
          </a:p>
        </p:txBody>
      </p:sp>
      <p:sp>
        <p:nvSpPr>
          <p:cNvPr id="2" name="text-urcgm3-1">
            <a:extLst xmlns:a="http://schemas.openxmlformats.org/drawingml/2006/main">
              <a:ext uri="{FF2B5EF4-FFF2-40B4-BE49-F238E27FC236}">
                <a16:creationId xmlns:a16="http://schemas.microsoft.com/office/drawing/2014/main" id="{4774575D-FFF6-4813-9EA1-6F948EF3E40C}"/>
              </a:ext>
            </a:extLst>
          </p:cNvPr>
          <p:cNvSpPr>
            <a:spLocks xmlns:a="http://schemas.openxmlformats.org/drawingml/2006/main" noGrp="1"/>
          </p:cNvSpPr>
          <p:nvPr/>
        </p:nvSpPr>
        <p:spPr>
          <a:xfrm xmlns:a="http://schemas.openxmlformats.org/drawingml/2006/main">
            <a:off x="109347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350" b="0">
                <a:solidFill>
                  <a:srgbClr val="52637B"/>
                </a:solidFill>
                <a:latin typeface="Arial"/>
                <a:ea typeface="Arial"/>
                <a:cs typeface="Arial"/>
              </a:defRPr>
            </a:lvl1pPr>
            <a:lvl2pPr>
              <a:buNone/>
              <a:defRPr sz="1350" b="0">
                <a:solidFill>
                  <a:srgbClr val="52637B"/>
                </a:solidFill>
                <a:latin typeface="Arial"/>
                <a:ea typeface="Arial"/>
                <a:cs typeface="Arial"/>
              </a:defRPr>
            </a:lvl2pPr>
            <a:lvl3pPr>
              <a:buNone/>
              <a:defRPr sz="1350" b="0">
                <a:solidFill>
                  <a:srgbClr val="52637B"/>
                </a:solidFill>
                <a:latin typeface="Arial"/>
                <a:ea typeface="Arial"/>
                <a:cs typeface="Arial"/>
              </a:defRPr>
            </a:lvl3pPr>
            <a:lvl4pPr>
              <a:buNone/>
              <a:defRPr sz="1350" b="0">
                <a:solidFill>
                  <a:srgbClr val="52637B"/>
                </a:solidFill>
                <a:latin typeface="Arial"/>
                <a:ea typeface="Arial"/>
                <a:cs typeface="Arial"/>
              </a:defRPr>
            </a:lvl4pPr>
            <a:lvl5pPr>
              <a:buNone/>
              <a:defRPr sz="1350" b="0">
                <a:solidFill>
                  <a:srgbClr val="52637B"/>
                </a:solidFill>
                <a:latin typeface="Arial"/>
                <a:ea typeface="Arial"/>
                <a:cs typeface="Arial"/>
              </a:defRPr>
            </a:lvl5pPr>
            <a:lvl6pPr>
              <a:buNone/>
              <a:defRPr sz="1350" b="0">
                <a:solidFill>
                  <a:srgbClr val="52637B"/>
                </a:solidFill>
                <a:latin typeface="Arial"/>
                <a:ea typeface="Arial"/>
                <a:cs typeface="Arial"/>
              </a:defRPr>
            </a:lvl6pPr>
            <a:lvl7pPr>
              <a:buNone/>
              <a:defRPr sz="1350" b="0">
                <a:solidFill>
                  <a:srgbClr val="52637B"/>
                </a:solidFill>
                <a:latin typeface="Arial"/>
                <a:ea typeface="Arial"/>
                <a:cs typeface="Arial"/>
              </a:defRPr>
            </a:lvl7pPr>
            <a:lvl8pPr>
              <a:buNone/>
              <a:defRPr sz="1350" b="0">
                <a:solidFill>
                  <a:srgbClr val="52637B"/>
                </a:solidFill>
                <a:latin typeface="Arial"/>
                <a:ea typeface="Arial"/>
                <a:cs typeface="Arial"/>
              </a:defRPr>
            </a:lvl8pPr>
            <a:lvl9pPr>
              <a:buNone/>
              <a:defRPr sz="1350" b="0">
                <a:solidFill>
                  <a:srgbClr val="52637B"/>
                </a:solidFill>
                <a:latin typeface="Arial"/>
                <a:ea typeface="Arial"/>
                <a:cs typeface="Arial"/>
              </a:defRPr>
            </a:lvl9pPr>
          </a:lstStyle>
          <a:p xmlns:a="http://schemas.openxmlformats.org/drawingml/2006/main">
            <a:pPr>
              <a:buNone/>
              <a:defRPr sz="1350" b="0">
                <a:solidFill>
                  <a:srgbClr val="52637B"/>
                </a:solidFill>
                <a:latin typeface="Arial"/>
                <a:ea typeface="Arial"/>
                <a:cs typeface="Arial"/>
              </a:defRPr>
            </a:pPr>
            <a:r>
              <a:rPr sz="1350" b="0">
                <a:solidFill>
                  <a:srgbClr val="52637B"/>
                </a:solidFill>
                <a:latin typeface="Arial"/>
                <a:ea typeface="Arial"/>
                <a:cs typeface="Arial"/>
              </a:rPr>
              <a:t>03</a:t>
            </a:r>
          </a:p>
        </p:txBody>
      </p:sp>
      <p:graphicFrame>
        <p:nvGraphicFramePr>
          <p:cNvPr id="9" name=""/>
          <p:cNvGraphicFramePr/>
          <p:nvPr/>
        </p:nvGraphicFramePr>
        <p:xfrm>
          <a:off xmlns:a="http://schemas.openxmlformats.org/drawingml/2006/main" x="685800" y="1905000"/>
          <a:ext xmlns:a="http://schemas.openxmlformats.org/drawingml/2006/main" cx="10820400" cy="3276600"/>
        </p:xfrm>
        <a:graphic xmlns:a="http://schemas.openxmlformats.org/drawingml/2006/main">
          <a:graphicData uri="http://schemas.openxmlformats.org/drawingml/2006/table">
            <a:tbl>
              <a:tblPr/>
              <a:tblGrid>
                <a:gridCol w="2952750"/>
                <a:gridCol w="7867650"/>
              </a:tblGrid>
              <a:tr h="819150">
                <a:tc>
                  <a:txBody>
                    <a:bodyPr lIns="171450" tIns="133350" rIns="171450" bIns="95250"/>
                    <a:lstStyle/>
                    <a:p>
                      <a:r>
                        <a:rPr sz="1800" b="1">
                          <a:solidFill>
                            <a:srgbClr val="FFFFFF"/>
                          </a:solidFill>
                          <a:latin typeface="Arial"/>
                          <a:ea typeface="Arial"/>
                          <a:cs typeface="Arial"/>
                        </a:rPr>
                        <a:t>Хэрэглэгч</a:t>
                      </a:r>
                    </a:p>
                  </a:txBody>
                  <a:tcPr marL="91440" marR="91440" marT="45720" marB="45720" anchor="ctr">
                    <a:lnL w="6668">
                      <a:solidFill>
                        <a:srgbClr val="D5DFEF"/>
                      </a:solidFill>
                      <a:prstDash val="solid"/>
                    </a:lnL>
                    <a:lnR w="6668">
                      <a:solidFill>
                        <a:srgbClr val="D5DFEF"/>
                      </a:solidFill>
                      <a:prstDash val="solid"/>
                    </a:lnR>
                    <a:lnT w="6668">
                      <a:solidFill>
                        <a:srgbClr val="D5DFEF"/>
                      </a:solidFill>
                      <a:prstDash val="solid"/>
                    </a:lnT>
                    <a:lnB w="6668">
                      <a:solidFill>
                        <a:srgbClr val="D5DFEF"/>
                      </a:solidFill>
                      <a:prstDash val="solid"/>
                    </a:lnB>
                    <a:solidFill>
                      <a:srgbClr val="2459DA"/>
                    </a:solidFill>
                  </a:tcPr>
                </a:tc>
                <a:tc>
                  <a:txBody>
                    <a:bodyPr lIns="171450" tIns="133350" rIns="171450" bIns="95250"/>
                    <a:lstStyle/>
                    <a:p>
                      <a:r>
                        <a:rPr sz="1800" b="1">
                          <a:solidFill>
                            <a:srgbClr val="FFFFFF"/>
                          </a:solidFill>
                          <a:latin typeface="Arial"/>
                          <a:ea typeface="Arial"/>
                          <a:cs typeface="Arial"/>
                        </a:rPr>
                        <a:t>Үндсэн боломж</a:t>
                      </a:r>
                    </a:p>
                  </a:txBody>
                  <a:tcPr marL="91440" marR="91440" marT="45720" marB="45720" anchor="ctr">
                    <a:lnR w="6668">
                      <a:solidFill>
                        <a:srgbClr val="D5DFEF"/>
                      </a:solidFill>
                      <a:prstDash val="solid"/>
                    </a:lnR>
                    <a:lnT w="6668">
                      <a:solidFill>
                        <a:srgbClr val="D5DFEF"/>
                      </a:solidFill>
                      <a:prstDash val="solid"/>
                    </a:lnT>
                    <a:lnB w="6668">
                      <a:solidFill>
                        <a:srgbClr val="D5DFEF"/>
                      </a:solidFill>
                      <a:prstDash val="solid"/>
                    </a:lnB>
                    <a:solidFill>
                      <a:srgbClr val="2459DA"/>
                    </a:solidFill>
                  </a:tcPr>
                </a:tc>
              </a:tr>
              <a:tr h="819150">
                <a:tc>
                  <a:txBody>
                    <a:bodyPr lIns="171450" tIns="133350" rIns="171450" bIns="95250"/>
                    <a:lstStyle/>
                    <a:p>
                      <a:r>
                        <a:rPr sz="1725" b="0">
                          <a:solidFill>
                            <a:srgbClr val="14223B"/>
                          </a:solidFill>
                          <a:latin typeface="Arial"/>
                          <a:ea typeface="Arial"/>
                          <a:cs typeface="Arial"/>
                        </a:rPr>
                        <a:t>Үйлчлүүлэгч</a:t>
                      </a:r>
                    </a:p>
                  </a:txBody>
                  <a:tcPr marL="91440" marR="91440" marT="45720" marB="45720" anchor="ctr">
                    <a:lnL w="6668">
                      <a:solidFill>
                        <a:srgbClr val="D5DFEF"/>
                      </a:solidFill>
                      <a:prstDash val="solid"/>
                    </a:lnL>
                    <a:lnR w="6668">
                      <a:solidFill>
                        <a:srgbClr val="D5DFEF"/>
                      </a:solidFill>
                      <a:prstDash val="solid"/>
                    </a:lnR>
                    <a:lnB w="6668">
                      <a:solidFill>
                        <a:srgbClr val="D5DFEF"/>
                      </a:solidFill>
                      <a:prstDash val="solid"/>
                    </a:lnB>
                    <a:solidFill>
                      <a:srgbClr val="FFFFFF"/>
                    </a:solidFill>
                  </a:tcPr>
                </a:tc>
                <a:tc>
                  <a:txBody>
                    <a:bodyPr lIns="171450" tIns="133350" rIns="171450" bIns="95250"/>
                    <a:lstStyle/>
                    <a:p>
                      <a:r>
                        <a:rPr sz="1725" b="0">
                          <a:solidFill>
                            <a:srgbClr val="14223B"/>
                          </a:solidFill>
                          <a:latin typeface="Arial"/>
                          <a:ea typeface="Arial"/>
                          <a:cs typeface="Arial"/>
                        </a:rPr>
                        <a:t>Сул цаг хайх, захиалах, цуцлах, оноо ашиглах</a:t>
                      </a:r>
                    </a:p>
                  </a:txBody>
                  <a:tcPr marL="91440" marR="91440" marT="45720" marB="45720" anchor="ctr">
                    <a:lnR w="6668">
                      <a:solidFill>
                        <a:srgbClr val="D5DFEF"/>
                      </a:solidFill>
                      <a:prstDash val="solid"/>
                    </a:lnR>
                    <a:lnB w="6668">
                      <a:solidFill>
                        <a:srgbClr val="D5DFEF"/>
                      </a:solidFill>
                      <a:prstDash val="solid"/>
                    </a:lnB>
                    <a:solidFill>
                      <a:srgbClr val="FFFFFF"/>
                    </a:solidFill>
                  </a:tcPr>
                </a:tc>
              </a:tr>
              <a:tr h="819150">
                <a:tc>
                  <a:txBody>
                    <a:bodyPr lIns="171450" tIns="133350" rIns="171450" bIns="95250"/>
                    <a:lstStyle/>
                    <a:p>
                      <a:r>
                        <a:rPr sz="1725" b="0">
                          <a:solidFill>
                            <a:srgbClr val="14223B"/>
                          </a:solidFill>
                          <a:latin typeface="Arial"/>
                          <a:ea typeface="Arial"/>
                          <a:cs typeface="Arial"/>
                        </a:rPr>
                        <a:t>Эзэмшигч / менежер</a:t>
                      </a:r>
                    </a:p>
                  </a:txBody>
                  <a:tcPr marL="91440" marR="91440" marT="45720" marB="45720" anchor="ctr">
                    <a:lnL w="6668">
                      <a:solidFill>
                        <a:srgbClr val="D5DFEF"/>
                      </a:solidFill>
                      <a:prstDash val="solid"/>
                    </a:lnL>
                    <a:lnR w="6668">
                      <a:solidFill>
                        <a:srgbClr val="D5DFEF"/>
                      </a:solidFill>
                      <a:prstDash val="solid"/>
                    </a:lnR>
                    <a:lnB w="6668">
                      <a:solidFill>
                        <a:srgbClr val="D5DFEF"/>
                      </a:solidFill>
                      <a:prstDash val="solid"/>
                    </a:lnB>
                    <a:solidFill>
                      <a:srgbClr val="ECF1FA"/>
                    </a:solidFill>
                  </a:tcPr>
                </a:tc>
                <a:tc>
                  <a:txBody>
                    <a:bodyPr lIns="171450" tIns="133350" rIns="171450" bIns="95250"/>
                    <a:lstStyle/>
                    <a:p>
                      <a:r>
                        <a:rPr sz="1725" b="0">
                          <a:solidFill>
                            <a:srgbClr val="14223B"/>
                          </a:solidFill>
                          <a:latin typeface="Arial"/>
                          <a:ea typeface="Arial"/>
                          <a:cs typeface="Arial"/>
                        </a:rPr>
                        <a:t>Хуваарь харах, ирцийг тэмдэглэх, захиалга удирдах</a:t>
                      </a:r>
                    </a:p>
                  </a:txBody>
                  <a:tcPr marL="91440" marR="91440" marT="45720" marB="45720" anchor="ctr">
                    <a:lnR w="6668">
                      <a:solidFill>
                        <a:srgbClr val="D5DFEF"/>
                      </a:solidFill>
                      <a:prstDash val="solid"/>
                    </a:lnR>
                    <a:lnB w="6668">
                      <a:solidFill>
                        <a:srgbClr val="D5DFEF"/>
                      </a:solidFill>
                      <a:prstDash val="solid"/>
                    </a:lnB>
                    <a:solidFill>
                      <a:srgbClr val="ECF1FA"/>
                    </a:solidFill>
                  </a:tcPr>
                </a:tc>
              </a:tr>
              <a:tr h="819150">
                <a:tc>
                  <a:txBody>
                    <a:bodyPr lIns="171450" tIns="133350" rIns="171450" bIns="95250"/>
                    <a:lstStyle/>
                    <a:p>
                      <a:r>
                        <a:rPr sz="1725" b="0">
                          <a:solidFill>
                            <a:srgbClr val="14223B"/>
                          </a:solidFill>
                          <a:latin typeface="Arial"/>
                          <a:ea typeface="Arial"/>
                          <a:cs typeface="Arial"/>
                        </a:rPr>
                        <a:t>Платформын админ</a:t>
                      </a:r>
                    </a:p>
                  </a:txBody>
                  <a:tcPr marL="91440" marR="91440" marT="45720" marB="45720" anchor="ctr">
                    <a:lnL w="6668">
                      <a:solidFill>
                        <a:srgbClr val="D5DFEF"/>
                      </a:solidFill>
                      <a:prstDash val="solid"/>
                    </a:lnL>
                    <a:lnR w="6668">
                      <a:solidFill>
                        <a:srgbClr val="D5DFEF"/>
                      </a:solidFill>
                      <a:prstDash val="solid"/>
                    </a:lnR>
                    <a:lnB w="6668">
                      <a:solidFill>
                        <a:srgbClr val="D5DFEF"/>
                      </a:solidFill>
                      <a:prstDash val="solid"/>
                    </a:lnB>
                    <a:solidFill>
                      <a:srgbClr val="FFFFFF"/>
                    </a:solidFill>
                  </a:tcPr>
                </a:tc>
                <a:tc>
                  <a:txBody>
                    <a:bodyPr lIns="171450" tIns="133350" rIns="171450" bIns="95250"/>
                    <a:lstStyle/>
                    <a:p>
                      <a:r>
                        <a:rPr sz="1725" b="0">
                          <a:solidFill>
                            <a:srgbClr val="14223B"/>
                          </a:solidFill>
                          <a:latin typeface="Arial"/>
                          <a:ea typeface="Arial"/>
                          <a:cs typeface="Arial"/>
                        </a:rPr>
                        <a:t>Бизнес шалгах, хэрэглэгч, оноо, түүхийг хянах</a:t>
                      </a:r>
                    </a:p>
                  </a:txBody>
                  <a:tcPr marL="91440" marR="91440" marT="45720" marB="45720" anchor="ctr">
                    <a:lnR w="6668">
                      <a:solidFill>
                        <a:srgbClr val="D5DFEF"/>
                      </a:solidFill>
                      <a:prstDash val="solid"/>
                    </a:lnR>
                    <a:lnB w="6668">
                      <a:solidFill>
                        <a:srgbClr val="D5DFEF"/>
                      </a:solidFill>
                      <a:prstDash val="solid"/>
                    </a:lnB>
                    <a:solidFill>
                      <a:srgbClr val="FFFFFF"/>
                    </a:solidFill>
                  </a:tcPr>
                </a:tc>
              </a:tr>
            </a:tbl>
          </a:graphicData>
        </a:graphic>
      </p:graphicFrame>
      <p:sp>
        <p:nvSpPr>
          <p:cNvPr id="4" name="text-urcgm3-2">
            <a:extLst xmlns:a="http://schemas.openxmlformats.org/drawingml/2006/main">
              <a:ext uri="{FF2B5EF4-FFF2-40B4-BE49-F238E27FC236}">
                <a16:creationId xmlns:a16="http://schemas.microsoft.com/office/drawing/2014/main" id="{2A055FFD-CC00-464C-8286-91B8B5F265C7}"/>
              </a:ext>
            </a:extLst>
          </p:cNvPr>
          <p:cNvSpPr>
            <a:spLocks xmlns:a="http://schemas.openxmlformats.org/drawingml/2006/main" noGrp="1"/>
          </p:cNvSpPr>
          <p:nvPr/>
        </p:nvSpPr>
        <p:spPr>
          <a:xfrm xmlns:a="http://schemas.openxmlformats.org/drawingml/2006/main">
            <a:off x="685800" y="5619750"/>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250" b="1">
                <a:solidFill>
                  <a:srgbClr val="2459DA"/>
                </a:solidFill>
                <a:latin typeface="Arial"/>
                <a:ea typeface="Arial"/>
                <a:cs typeface="Arial"/>
              </a:defRPr>
            </a:lvl1pPr>
            <a:lvl2pPr>
              <a:buNone/>
              <a:defRPr sz="2250" b="1">
                <a:solidFill>
                  <a:srgbClr val="2459DA"/>
                </a:solidFill>
                <a:latin typeface="Arial"/>
                <a:ea typeface="Arial"/>
                <a:cs typeface="Arial"/>
              </a:defRPr>
            </a:lvl2pPr>
            <a:lvl3pPr>
              <a:buNone/>
              <a:defRPr sz="2250" b="1">
                <a:solidFill>
                  <a:srgbClr val="2459DA"/>
                </a:solidFill>
                <a:latin typeface="Arial"/>
                <a:ea typeface="Arial"/>
                <a:cs typeface="Arial"/>
              </a:defRPr>
            </a:lvl3pPr>
            <a:lvl4pPr>
              <a:buNone/>
              <a:defRPr sz="2250" b="1">
                <a:solidFill>
                  <a:srgbClr val="2459DA"/>
                </a:solidFill>
                <a:latin typeface="Arial"/>
                <a:ea typeface="Arial"/>
                <a:cs typeface="Arial"/>
              </a:defRPr>
            </a:lvl4pPr>
            <a:lvl5pPr>
              <a:buNone/>
              <a:defRPr sz="2250" b="1">
                <a:solidFill>
                  <a:srgbClr val="2459DA"/>
                </a:solidFill>
                <a:latin typeface="Arial"/>
                <a:ea typeface="Arial"/>
                <a:cs typeface="Arial"/>
              </a:defRPr>
            </a:lvl5pPr>
            <a:lvl6pPr>
              <a:buNone/>
              <a:defRPr sz="2250" b="1">
                <a:solidFill>
                  <a:srgbClr val="2459DA"/>
                </a:solidFill>
                <a:latin typeface="Arial"/>
                <a:ea typeface="Arial"/>
                <a:cs typeface="Arial"/>
              </a:defRPr>
            </a:lvl6pPr>
            <a:lvl7pPr>
              <a:buNone/>
              <a:defRPr sz="2250" b="1">
                <a:solidFill>
                  <a:srgbClr val="2459DA"/>
                </a:solidFill>
                <a:latin typeface="Arial"/>
                <a:ea typeface="Arial"/>
                <a:cs typeface="Arial"/>
              </a:defRPr>
            </a:lvl7pPr>
            <a:lvl8pPr>
              <a:buNone/>
              <a:defRPr sz="2250" b="1">
                <a:solidFill>
                  <a:srgbClr val="2459DA"/>
                </a:solidFill>
                <a:latin typeface="Arial"/>
                <a:ea typeface="Arial"/>
                <a:cs typeface="Arial"/>
              </a:defRPr>
            </a:lvl8pPr>
            <a:lvl9pPr>
              <a:buNone/>
              <a:defRPr sz="2250" b="1">
                <a:solidFill>
                  <a:srgbClr val="2459DA"/>
                </a:solidFill>
                <a:latin typeface="Arial"/>
                <a:ea typeface="Arial"/>
                <a:cs typeface="Arial"/>
              </a:defRPr>
            </a:lvl9pPr>
          </a:lstStyle>
          <a:p xmlns:a="http://schemas.openxmlformats.org/drawingml/2006/main">
            <a:pPr>
              <a:buNone/>
              <a:defRPr sz="2250" b="1">
                <a:solidFill>
                  <a:srgbClr val="2459DA"/>
                </a:solidFill>
                <a:latin typeface="Arial"/>
                <a:ea typeface="Arial"/>
                <a:cs typeface="Arial"/>
              </a:defRPr>
            </a:pPr>
            <a:r>
              <a:rPr sz="2250" b="1">
                <a:solidFill>
                  <a:srgbClr val="2459DA"/>
                </a:solidFill>
                <a:latin typeface="Arial"/>
                <a:ea typeface="Arial"/>
                <a:cs typeface="Arial"/>
              </a:rPr>
              <a:t>Үйлчилгээний 10 ангилал</a:t>
            </a:r>
          </a:p>
        </p:txBody>
      </p:sp>
    </p:spTree>
    <p:extLst>
      <p:ext uri="{BB962C8B-B14F-4D97-AF65-F5344CB8AC3E}">
        <p14:creationId xmlns:p14="http://schemas.microsoft.com/office/powerpoint/2010/main" val="1560106606"/>
      </p:ext>
    </p:extLst>
  </p:cSld>
</p:sld>
</file>

<file path=ppt/slides/slide4.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16" name="text-vrbxsr-0">
            <a:extLst xmlns:a="http://schemas.openxmlformats.org/drawingml/2006/main">
              <a:ext uri="{FF2B5EF4-FFF2-40B4-BE49-F238E27FC236}">
                <a16:creationId xmlns:a16="http://schemas.microsoft.com/office/drawing/2014/main" id="{B4CC6670-EF11-4758-9FB1-8CAB70C30993}"/>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3450" b="1">
                <a:solidFill>
                  <a:srgbClr val="14223B"/>
                </a:solidFill>
                <a:latin typeface="Arial"/>
                <a:ea typeface="Arial"/>
                <a:cs typeface="Arial"/>
              </a:defRPr>
            </a:lvl1pPr>
            <a:lvl2pPr>
              <a:buNone/>
              <a:defRPr sz="3450" b="1">
                <a:solidFill>
                  <a:srgbClr val="14223B"/>
                </a:solidFill>
                <a:latin typeface="Arial"/>
                <a:ea typeface="Arial"/>
                <a:cs typeface="Arial"/>
              </a:defRPr>
            </a:lvl2pPr>
            <a:lvl3pPr>
              <a:buNone/>
              <a:defRPr sz="3450" b="1">
                <a:solidFill>
                  <a:srgbClr val="14223B"/>
                </a:solidFill>
                <a:latin typeface="Arial"/>
                <a:ea typeface="Arial"/>
                <a:cs typeface="Arial"/>
              </a:defRPr>
            </a:lvl3pPr>
            <a:lvl4pPr>
              <a:buNone/>
              <a:defRPr sz="3450" b="1">
                <a:solidFill>
                  <a:srgbClr val="14223B"/>
                </a:solidFill>
                <a:latin typeface="Arial"/>
                <a:ea typeface="Arial"/>
                <a:cs typeface="Arial"/>
              </a:defRPr>
            </a:lvl4pPr>
            <a:lvl5pPr>
              <a:buNone/>
              <a:defRPr sz="3450" b="1">
                <a:solidFill>
                  <a:srgbClr val="14223B"/>
                </a:solidFill>
                <a:latin typeface="Arial"/>
                <a:ea typeface="Arial"/>
                <a:cs typeface="Arial"/>
              </a:defRPr>
            </a:lvl5pPr>
            <a:lvl6pPr>
              <a:buNone/>
              <a:defRPr sz="3450" b="1">
                <a:solidFill>
                  <a:srgbClr val="14223B"/>
                </a:solidFill>
                <a:latin typeface="Arial"/>
                <a:ea typeface="Arial"/>
                <a:cs typeface="Arial"/>
              </a:defRPr>
            </a:lvl6pPr>
            <a:lvl7pPr>
              <a:buNone/>
              <a:defRPr sz="3450" b="1">
                <a:solidFill>
                  <a:srgbClr val="14223B"/>
                </a:solidFill>
                <a:latin typeface="Arial"/>
                <a:ea typeface="Arial"/>
                <a:cs typeface="Arial"/>
              </a:defRPr>
            </a:lvl7pPr>
            <a:lvl8pPr>
              <a:buNone/>
              <a:defRPr sz="3450" b="1">
                <a:solidFill>
                  <a:srgbClr val="14223B"/>
                </a:solidFill>
                <a:latin typeface="Arial"/>
                <a:ea typeface="Arial"/>
                <a:cs typeface="Arial"/>
              </a:defRPr>
            </a:lvl8pPr>
            <a:lvl9pPr>
              <a:buNone/>
              <a:defRPr sz="3450" b="1">
                <a:solidFill>
                  <a:srgbClr val="14223B"/>
                </a:solidFill>
                <a:latin typeface="Arial"/>
                <a:ea typeface="Arial"/>
                <a:cs typeface="Arial"/>
              </a:defRPr>
            </a:lvl9pPr>
          </a:lstStyle>
          <a:p xmlns:a="http://schemas.openxmlformats.org/drawingml/2006/main">
            <a:pPr>
              <a:buNone/>
              <a:defRPr sz="3450" b="1">
                <a:solidFill>
                  <a:srgbClr val="14223B"/>
                </a:solidFill>
                <a:latin typeface="Arial"/>
                <a:ea typeface="Arial"/>
                <a:cs typeface="Arial"/>
              </a:defRPr>
            </a:pPr>
            <a:r>
              <a:rPr sz="3450" b="1">
                <a:solidFill>
                  <a:srgbClr val="14223B"/>
                </a:solidFill>
                <a:latin typeface="Arial"/>
                <a:ea typeface="Arial"/>
                <a:cs typeface="Arial"/>
              </a:rPr>
              <a:t>Цаг захиалах 4 алхам</a:t>
            </a:r>
          </a:p>
        </p:txBody>
      </p:sp>
      <p:sp>
        <p:nvSpPr>
          <p:cNvPr id="2" name="text-vrbxsr-1">
            <a:extLst xmlns:a="http://schemas.openxmlformats.org/drawingml/2006/main">
              <a:ext uri="{FF2B5EF4-FFF2-40B4-BE49-F238E27FC236}">
                <a16:creationId xmlns:a16="http://schemas.microsoft.com/office/drawing/2014/main" id="{AD36BE9E-5D5D-4429-ACEC-F7057A9A31F2}"/>
              </a:ext>
            </a:extLst>
          </p:cNvPr>
          <p:cNvSpPr>
            <a:spLocks xmlns:a="http://schemas.openxmlformats.org/drawingml/2006/main" noGrp="1"/>
          </p:cNvSpPr>
          <p:nvPr/>
        </p:nvSpPr>
        <p:spPr>
          <a:xfrm xmlns:a="http://schemas.openxmlformats.org/drawingml/2006/main">
            <a:off x="109347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350" b="0">
                <a:solidFill>
                  <a:srgbClr val="52637B"/>
                </a:solidFill>
                <a:latin typeface="Arial"/>
                <a:ea typeface="Arial"/>
                <a:cs typeface="Arial"/>
              </a:defRPr>
            </a:lvl1pPr>
            <a:lvl2pPr>
              <a:buNone/>
              <a:defRPr sz="1350" b="0">
                <a:solidFill>
                  <a:srgbClr val="52637B"/>
                </a:solidFill>
                <a:latin typeface="Arial"/>
                <a:ea typeface="Arial"/>
                <a:cs typeface="Arial"/>
              </a:defRPr>
            </a:lvl2pPr>
            <a:lvl3pPr>
              <a:buNone/>
              <a:defRPr sz="1350" b="0">
                <a:solidFill>
                  <a:srgbClr val="52637B"/>
                </a:solidFill>
                <a:latin typeface="Arial"/>
                <a:ea typeface="Arial"/>
                <a:cs typeface="Arial"/>
              </a:defRPr>
            </a:lvl3pPr>
            <a:lvl4pPr>
              <a:buNone/>
              <a:defRPr sz="1350" b="0">
                <a:solidFill>
                  <a:srgbClr val="52637B"/>
                </a:solidFill>
                <a:latin typeface="Arial"/>
                <a:ea typeface="Arial"/>
                <a:cs typeface="Arial"/>
              </a:defRPr>
            </a:lvl4pPr>
            <a:lvl5pPr>
              <a:buNone/>
              <a:defRPr sz="1350" b="0">
                <a:solidFill>
                  <a:srgbClr val="52637B"/>
                </a:solidFill>
                <a:latin typeface="Arial"/>
                <a:ea typeface="Arial"/>
                <a:cs typeface="Arial"/>
              </a:defRPr>
            </a:lvl5pPr>
            <a:lvl6pPr>
              <a:buNone/>
              <a:defRPr sz="1350" b="0">
                <a:solidFill>
                  <a:srgbClr val="52637B"/>
                </a:solidFill>
                <a:latin typeface="Arial"/>
                <a:ea typeface="Arial"/>
                <a:cs typeface="Arial"/>
              </a:defRPr>
            </a:lvl6pPr>
            <a:lvl7pPr>
              <a:buNone/>
              <a:defRPr sz="1350" b="0">
                <a:solidFill>
                  <a:srgbClr val="52637B"/>
                </a:solidFill>
                <a:latin typeface="Arial"/>
                <a:ea typeface="Arial"/>
                <a:cs typeface="Arial"/>
              </a:defRPr>
            </a:lvl7pPr>
            <a:lvl8pPr>
              <a:buNone/>
              <a:defRPr sz="1350" b="0">
                <a:solidFill>
                  <a:srgbClr val="52637B"/>
                </a:solidFill>
                <a:latin typeface="Arial"/>
                <a:ea typeface="Arial"/>
                <a:cs typeface="Arial"/>
              </a:defRPr>
            </a:lvl8pPr>
            <a:lvl9pPr>
              <a:buNone/>
              <a:defRPr sz="1350" b="0">
                <a:solidFill>
                  <a:srgbClr val="52637B"/>
                </a:solidFill>
                <a:latin typeface="Arial"/>
                <a:ea typeface="Arial"/>
                <a:cs typeface="Arial"/>
              </a:defRPr>
            </a:lvl9pPr>
          </a:lstStyle>
          <a:p xmlns:a="http://schemas.openxmlformats.org/drawingml/2006/main">
            <a:pPr>
              <a:buNone/>
              <a:defRPr sz="1350" b="0">
                <a:solidFill>
                  <a:srgbClr val="52637B"/>
                </a:solidFill>
                <a:latin typeface="Arial"/>
                <a:ea typeface="Arial"/>
                <a:cs typeface="Arial"/>
              </a:defRPr>
            </a:pPr>
            <a:r>
              <a:rPr sz="1350" b="0">
                <a:solidFill>
                  <a:srgbClr val="52637B"/>
                </a:solidFill>
                <a:latin typeface="Arial"/>
                <a:ea typeface="Arial"/>
                <a:cs typeface="Arial"/>
              </a:rPr>
              <a:t>04</a:t>
            </a:r>
          </a:p>
        </p:txBody>
      </p:sp>
      <p:sp>
        <p:nvSpPr>
          <p:cNvPr id="3" name="text-vrbxsr-2">
            <a:extLst xmlns:a="http://schemas.openxmlformats.org/drawingml/2006/main">
              <a:ext uri="{FF2B5EF4-FFF2-40B4-BE49-F238E27FC236}">
                <a16:creationId xmlns:a16="http://schemas.microsoft.com/office/drawing/2014/main" id="{34BC9D56-7430-43D5-81AC-961A7A68BCF2}"/>
              </a:ext>
            </a:extLst>
          </p:cNvPr>
          <p:cNvSpPr>
            <a:spLocks xmlns:a="http://schemas.openxmlformats.org/drawingml/2006/main" noGrp="1"/>
          </p:cNvSpPr>
          <p:nvPr/>
        </p:nvSpPr>
        <p:spPr>
          <a:xfrm xmlns:a="http://schemas.openxmlformats.org/drawingml/2006/main">
            <a:off x="685800" y="21431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5850" b="1">
                <a:solidFill>
                  <a:srgbClr val="2459DA"/>
                </a:solidFill>
                <a:latin typeface="Arial"/>
                <a:ea typeface="Arial"/>
                <a:cs typeface="Arial"/>
              </a:defRPr>
            </a:lvl1pPr>
            <a:lvl2pPr>
              <a:buNone/>
              <a:defRPr sz="5850" b="1">
                <a:solidFill>
                  <a:srgbClr val="2459DA"/>
                </a:solidFill>
                <a:latin typeface="Arial"/>
                <a:ea typeface="Arial"/>
                <a:cs typeface="Arial"/>
              </a:defRPr>
            </a:lvl2pPr>
            <a:lvl3pPr>
              <a:buNone/>
              <a:defRPr sz="5850" b="1">
                <a:solidFill>
                  <a:srgbClr val="2459DA"/>
                </a:solidFill>
                <a:latin typeface="Arial"/>
                <a:ea typeface="Arial"/>
                <a:cs typeface="Arial"/>
              </a:defRPr>
            </a:lvl3pPr>
            <a:lvl4pPr>
              <a:buNone/>
              <a:defRPr sz="5850" b="1">
                <a:solidFill>
                  <a:srgbClr val="2459DA"/>
                </a:solidFill>
                <a:latin typeface="Arial"/>
                <a:ea typeface="Arial"/>
                <a:cs typeface="Arial"/>
              </a:defRPr>
            </a:lvl4pPr>
            <a:lvl5pPr>
              <a:buNone/>
              <a:defRPr sz="5850" b="1">
                <a:solidFill>
                  <a:srgbClr val="2459DA"/>
                </a:solidFill>
                <a:latin typeface="Arial"/>
                <a:ea typeface="Arial"/>
                <a:cs typeface="Arial"/>
              </a:defRPr>
            </a:lvl5pPr>
            <a:lvl6pPr>
              <a:buNone/>
              <a:defRPr sz="5850" b="1">
                <a:solidFill>
                  <a:srgbClr val="2459DA"/>
                </a:solidFill>
                <a:latin typeface="Arial"/>
                <a:ea typeface="Arial"/>
                <a:cs typeface="Arial"/>
              </a:defRPr>
            </a:lvl6pPr>
            <a:lvl7pPr>
              <a:buNone/>
              <a:defRPr sz="5850" b="1">
                <a:solidFill>
                  <a:srgbClr val="2459DA"/>
                </a:solidFill>
                <a:latin typeface="Arial"/>
                <a:ea typeface="Arial"/>
                <a:cs typeface="Arial"/>
              </a:defRPr>
            </a:lvl7pPr>
            <a:lvl8pPr>
              <a:buNone/>
              <a:defRPr sz="5850" b="1">
                <a:solidFill>
                  <a:srgbClr val="2459DA"/>
                </a:solidFill>
                <a:latin typeface="Arial"/>
                <a:ea typeface="Arial"/>
                <a:cs typeface="Arial"/>
              </a:defRPr>
            </a:lvl8pPr>
            <a:lvl9pPr>
              <a:buNone/>
              <a:defRPr sz="5850" b="1">
                <a:solidFill>
                  <a:srgbClr val="2459DA"/>
                </a:solidFill>
                <a:latin typeface="Arial"/>
                <a:ea typeface="Arial"/>
                <a:cs typeface="Arial"/>
              </a:defRPr>
            </a:lvl9pPr>
          </a:lstStyle>
          <a:p xmlns:a="http://schemas.openxmlformats.org/drawingml/2006/main">
            <a:pPr>
              <a:buNone/>
              <a:defRPr sz="5850" b="1">
                <a:solidFill>
                  <a:srgbClr val="2459DA"/>
                </a:solidFill>
                <a:latin typeface="Arial"/>
                <a:ea typeface="Arial"/>
                <a:cs typeface="Arial"/>
              </a:defRPr>
            </a:pPr>
            <a:r>
              <a:rPr sz="5850" b="1">
                <a:solidFill>
                  <a:srgbClr val="2459DA"/>
                </a:solidFill>
                <a:latin typeface="Arial"/>
                <a:ea typeface="Arial"/>
                <a:cs typeface="Arial"/>
              </a:rPr>
              <a:t>01</a:t>
            </a:r>
          </a:p>
        </p:txBody>
      </p:sp>
      <p:sp>
        <p:nvSpPr>
          <p:cNvPr id="4" name="text-vrbxsr-3">
            <a:extLst xmlns:a="http://schemas.openxmlformats.org/drawingml/2006/main">
              <a:ext uri="{FF2B5EF4-FFF2-40B4-BE49-F238E27FC236}">
                <a16:creationId xmlns:a16="http://schemas.microsoft.com/office/drawing/2014/main" id="{2D8920A0-90EB-4492-A896-721F9D5EF3D8}"/>
              </a:ext>
            </a:extLst>
          </p:cNvPr>
          <p:cNvSpPr>
            <a:spLocks xmlns:a="http://schemas.openxmlformats.org/drawingml/2006/main" noGrp="1"/>
          </p:cNvSpPr>
          <p:nvPr/>
        </p:nvSpPr>
        <p:spPr>
          <a:xfrm xmlns:a="http://schemas.openxmlformats.org/drawingml/2006/main">
            <a:off x="685800" y="333375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250" b="1">
                <a:solidFill>
                  <a:srgbClr val="14223B"/>
                </a:solidFill>
                <a:latin typeface="Arial"/>
                <a:ea typeface="Arial"/>
                <a:cs typeface="Arial"/>
              </a:defRPr>
            </a:lvl1pPr>
            <a:lvl2pPr>
              <a:buNone/>
              <a:defRPr sz="2250" b="1">
                <a:solidFill>
                  <a:srgbClr val="14223B"/>
                </a:solidFill>
                <a:latin typeface="Arial"/>
                <a:ea typeface="Arial"/>
                <a:cs typeface="Arial"/>
              </a:defRPr>
            </a:lvl2pPr>
            <a:lvl3pPr>
              <a:buNone/>
              <a:defRPr sz="2250" b="1">
                <a:solidFill>
                  <a:srgbClr val="14223B"/>
                </a:solidFill>
                <a:latin typeface="Arial"/>
                <a:ea typeface="Arial"/>
                <a:cs typeface="Arial"/>
              </a:defRPr>
            </a:lvl3pPr>
            <a:lvl4pPr>
              <a:buNone/>
              <a:defRPr sz="2250" b="1">
                <a:solidFill>
                  <a:srgbClr val="14223B"/>
                </a:solidFill>
                <a:latin typeface="Arial"/>
                <a:ea typeface="Arial"/>
                <a:cs typeface="Arial"/>
              </a:defRPr>
            </a:lvl4pPr>
            <a:lvl5pPr>
              <a:buNone/>
              <a:defRPr sz="2250" b="1">
                <a:solidFill>
                  <a:srgbClr val="14223B"/>
                </a:solidFill>
                <a:latin typeface="Arial"/>
                <a:ea typeface="Arial"/>
                <a:cs typeface="Arial"/>
              </a:defRPr>
            </a:lvl5pPr>
            <a:lvl6pPr>
              <a:buNone/>
              <a:defRPr sz="2250" b="1">
                <a:solidFill>
                  <a:srgbClr val="14223B"/>
                </a:solidFill>
                <a:latin typeface="Arial"/>
                <a:ea typeface="Arial"/>
                <a:cs typeface="Arial"/>
              </a:defRPr>
            </a:lvl6pPr>
            <a:lvl7pPr>
              <a:buNone/>
              <a:defRPr sz="2250" b="1">
                <a:solidFill>
                  <a:srgbClr val="14223B"/>
                </a:solidFill>
                <a:latin typeface="Arial"/>
                <a:ea typeface="Arial"/>
                <a:cs typeface="Arial"/>
              </a:defRPr>
            </a:lvl7pPr>
            <a:lvl8pPr>
              <a:buNone/>
              <a:defRPr sz="2250" b="1">
                <a:solidFill>
                  <a:srgbClr val="14223B"/>
                </a:solidFill>
                <a:latin typeface="Arial"/>
                <a:ea typeface="Arial"/>
                <a:cs typeface="Arial"/>
              </a:defRPr>
            </a:lvl8pPr>
            <a:lvl9pPr>
              <a:buNone/>
              <a:defRPr sz="2250" b="1">
                <a:solidFill>
                  <a:srgbClr val="14223B"/>
                </a:solidFill>
                <a:latin typeface="Arial"/>
                <a:ea typeface="Arial"/>
                <a:cs typeface="Arial"/>
              </a:defRPr>
            </a:lvl9pPr>
          </a:lstStyle>
          <a:p xmlns:a="http://schemas.openxmlformats.org/drawingml/2006/main">
            <a:pPr>
              <a:buNone/>
              <a:defRPr sz="2250" b="1">
                <a:solidFill>
                  <a:srgbClr val="14223B"/>
                </a:solidFill>
                <a:latin typeface="Arial"/>
                <a:ea typeface="Arial"/>
                <a:cs typeface="Arial"/>
              </a:defRPr>
            </a:pPr>
            <a:r>
              <a:rPr sz="2250" b="1">
                <a:solidFill>
                  <a:srgbClr val="14223B"/>
                </a:solidFill>
                <a:latin typeface="Arial"/>
                <a:ea typeface="Arial"/>
                <a:cs typeface="Arial"/>
              </a:rPr>
              <a:t>Үйлчилгээ</a:t>
            </a:r>
          </a:p>
        </p:txBody>
      </p:sp>
      <p:sp>
        <p:nvSpPr>
          <p:cNvPr id="5" name="text-vrbxsr-4">
            <a:extLst xmlns:a="http://schemas.openxmlformats.org/drawingml/2006/main">
              <a:ext uri="{FF2B5EF4-FFF2-40B4-BE49-F238E27FC236}">
                <a16:creationId xmlns:a16="http://schemas.microsoft.com/office/drawing/2014/main" id="{9D7B276C-7552-4467-BFF1-FE6154580164}"/>
              </a:ext>
            </a:extLst>
          </p:cNvPr>
          <p:cNvSpPr>
            <a:spLocks xmlns:a="http://schemas.openxmlformats.org/drawingml/2006/main" noGrp="1"/>
          </p:cNvSpPr>
          <p:nvPr/>
        </p:nvSpPr>
        <p:spPr>
          <a:xfrm xmlns:a="http://schemas.openxmlformats.org/drawingml/2006/main">
            <a:off x="685800" y="4124325"/>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875" b="0">
                <a:solidFill>
                  <a:srgbClr val="52637B"/>
                </a:solidFill>
                <a:latin typeface="Arial"/>
                <a:ea typeface="Arial"/>
                <a:cs typeface="Arial"/>
              </a:defRPr>
            </a:lvl1pPr>
            <a:lvl2pPr>
              <a:buNone/>
              <a:defRPr sz="1875" b="0">
                <a:solidFill>
                  <a:srgbClr val="52637B"/>
                </a:solidFill>
                <a:latin typeface="Arial"/>
                <a:ea typeface="Arial"/>
                <a:cs typeface="Arial"/>
              </a:defRPr>
            </a:lvl2pPr>
            <a:lvl3pPr>
              <a:buNone/>
              <a:defRPr sz="1875" b="0">
                <a:solidFill>
                  <a:srgbClr val="52637B"/>
                </a:solidFill>
                <a:latin typeface="Arial"/>
                <a:ea typeface="Arial"/>
                <a:cs typeface="Arial"/>
              </a:defRPr>
            </a:lvl3pPr>
            <a:lvl4pPr>
              <a:buNone/>
              <a:defRPr sz="1875" b="0">
                <a:solidFill>
                  <a:srgbClr val="52637B"/>
                </a:solidFill>
                <a:latin typeface="Arial"/>
                <a:ea typeface="Arial"/>
                <a:cs typeface="Arial"/>
              </a:defRPr>
            </a:lvl4pPr>
            <a:lvl5pPr>
              <a:buNone/>
              <a:defRPr sz="1875" b="0">
                <a:solidFill>
                  <a:srgbClr val="52637B"/>
                </a:solidFill>
                <a:latin typeface="Arial"/>
                <a:ea typeface="Arial"/>
                <a:cs typeface="Arial"/>
              </a:defRPr>
            </a:lvl5pPr>
            <a:lvl6pPr>
              <a:buNone/>
              <a:defRPr sz="1875" b="0">
                <a:solidFill>
                  <a:srgbClr val="52637B"/>
                </a:solidFill>
                <a:latin typeface="Arial"/>
                <a:ea typeface="Arial"/>
                <a:cs typeface="Arial"/>
              </a:defRPr>
            </a:lvl6pPr>
            <a:lvl7pPr>
              <a:buNone/>
              <a:defRPr sz="1875" b="0">
                <a:solidFill>
                  <a:srgbClr val="52637B"/>
                </a:solidFill>
                <a:latin typeface="Arial"/>
                <a:ea typeface="Arial"/>
                <a:cs typeface="Arial"/>
              </a:defRPr>
            </a:lvl7pPr>
            <a:lvl8pPr>
              <a:buNone/>
              <a:defRPr sz="1875" b="0">
                <a:solidFill>
                  <a:srgbClr val="52637B"/>
                </a:solidFill>
                <a:latin typeface="Arial"/>
                <a:ea typeface="Arial"/>
                <a:cs typeface="Arial"/>
              </a:defRPr>
            </a:lvl8pPr>
            <a:lvl9pPr>
              <a:buNone/>
              <a:defRPr sz="1875" b="0">
                <a:solidFill>
                  <a:srgbClr val="52637B"/>
                </a:solidFill>
                <a:latin typeface="Arial"/>
                <a:ea typeface="Arial"/>
                <a:cs typeface="Arial"/>
              </a:defRPr>
            </a:lvl9pPr>
          </a:lstStyle>
          <a:p xmlns:a="http://schemas.openxmlformats.org/drawingml/2006/main">
            <a:pPr>
              <a:buNone/>
              <a:defRPr sz="1875" b="0">
                <a:solidFill>
                  <a:srgbClr val="52637B"/>
                </a:solidFill>
                <a:latin typeface="Arial"/>
                <a:ea typeface="Arial"/>
                <a:cs typeface="Arial"/>
              </a:defRPr>
            </a:pPr>
            <a:r>
              <a:rPr sz="1875" b="0">
                <a:solidFill>
                  <a:srgbClr val="52637B"/>
                </a:solidFill>
                <a:latin typeface="Arial"/>
                <a:ea typeface="Arial"/>
                <a:cs typeface="Arial"/>
              </a:rPr>
              <a:t>Төрөл, хугацаа, үнэ</a:t>
            </a:r>
          </a:p>
        </p:txBody>
      </p:sp>
      <p:sp>
        <p:nvSpPr>
          <p:cNvPr id="6" name="text-vrbxsr-5">
            <a:extLst xmlns:a="http://schemas.openxmlformats.org/drawingml/2006/main">
              <a:ext uri="{FF2B5EF4-FFF2-40B4-BE49-F238E27FC236}">
                <a16:creationId xmlns:a16="http://schemas.microsoft.com/office/drawing/2014/main" id="{B0B7B63F-59E3-4F34-887A-566F163B878F}"/>
              </a:ext>
            </a:extLst>
          </p:cNvPr>
          <p:cNvSpPr>
            <a:spLocks xmlns:a="http://schemas.openxmlformats.org/drawingml/2006/main" noGrp="1"/>
          </p:cNvSpPr>
          <p:nvPr/>
        </p:nvSpPr>
        <p:spPr>
          <a:xfrm xmlns:a="http://schemas.openxmlformats.org/drawingml/2006/main">
            <a:off x="3467100" y="21431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5850" b="1">
                <a:solidFill>
                  <a:srgbClr val="2459DA"/>
                </a:solidFill>
                <a:latin typeface="Arial"/>
                <a:ea typeface="Arial"/>
                <a:cs typeface="Arial"/>
              </a:defRPr>
            </a:lvl1pPr>
            <a:lvl2pPr>
              <a:buNone/>
              <a:defRPr sz="5850" b="1">
                <a:solidFill>
                  <a:srgbClr val="2459DA"/>
                </a:solidFill>
                <a:latin typeface="Arial"/>
                <a:ea typeface="Arial"/>
                <a:cs typeface="Arial"/>
              </a:defRPr>
            </a:lvl2pPr>
            <a:lvl3pPr>
              <a:buNone/>
              <a:defRPr sz="5850" b="1">
                <a:solidFill>
                  <a:srgbClr val="2459DA"/>
                </a:solidFill>
                <a:latin typeface="Arial"/>
                <a:ea typeface="Arial"/>
                <a:cs typeface="Arial"/>
              </a:defRPr>
            </a:lvl3pPr>
            <a:lvl4pPr>
              <a:buNone/>
              <a:defRPr sz="5850" b="1">
                <a:solidFill>
                  <a:srgbClr val="2459DA"/>
                </a:solidFill>
                <a:latin typeface="Arial"/>
                <a:ea typeface="Arial"/>
                <a:cs typeface="Arial"/>
              </a:defRPr>
            </a:lvl4pPr>
            <a:lvl5pPr>
              <a:buNone/>
              <a:defRPr sz="5850" b="1">
                <a:solidFill>
                  <a:srgbClr val="2459DA"/>
                </a:solidFill>
                <a:latin typeface="Arial"/>
                <a:ea typeface="Arial"/>
                <a:cs typeface="Arial"/>
              </a:defRPr>
            </a:lvl5pPr>
            <a:lvl6pPr>
              <a:buNone/>
              <a:defRPr sz="5850" b="1">
                <a:solidFill>
                  <a:srgbClr val="2459DA"/>
                </a:solidFill>
                <a:latin typeface="Arial"/>
                <a:ea typeface="Arial"/>
                <a:cs typeface="Arial"/>
              </a:defRPr>
            </a:lvl6pPr>
            <a:lvl7pPr>
              <a:buNone/>
              <a:defRPr sz="5850" b="1">
                <a:solidFill>
                  <a:srgbClr val="2459DA"/>
                </a:solidFill>
                <a:latin typeface="Arial"/>
                <a:ea typeface="Arial"/>
                <a:cs typeface="Arial"/>
              </a:defRPr>
            </a:lvl7pPr>
            <a:lvl8pPr>
              <a:buNone/>
              <a:defRPr sz="5850" b="1">
                <a:solidFill>
                  <a:srgbClr val="2459DA"/>
                </a:solidFill>
                <a:latin typeface="Arial"/>
                <a:ea typeface="Arial"/>
                <a:cs typeface="Arial"/>
              </a:defRPr>
            </a:lvl8pPr>
            <a:lvl9pPr>
              <a:buNone/>
              <a:defRPr sz="5850" b="1">
                <a:solidFill>
                  <a:srgbClr val="2459DA"/>
                </a:solidFill>
                <a:latin typeface="Arial"/>
                <a:ea typeface="Arial"/>
                <a:cs typeface="Arial"/>
              </a:defRPr>
            </a:lvl9pPr>
          </a:lstStyle>
          <a:p xmlns:a="http://schemas.openxmlformats.org/drawingml/2006/main">
            <a:pPr>
              <a:buNone/>
              <a:defRPr sz="5850" b="1">
                <a:solidFill>
                  <a:srgbClr val="2459DA"/>
                </a:solidFill>
                <a:latin typeface="Arial"/>
                <a:ea typeface="Arial"/>
                <a:cs typeface="Arial"/>
              </a:defRPr>
            </a:pPr>
            <a:r>
              <a:rPr sz="5850" b="1">
                <a:solidFill>
                  <a:srgbClr val="2459DA"/>
                </a:solidFill>
                <a:latin typeface="Arial"/>
                <a:ea typeface="Arial"/>
                <a:cs typeface="Arial"/>
              </a:rPr>
              <a:t>02</a:t>
            </a:r>
          </a:p>
        </p:txBody>
      </p:sp>
      <p:sp>
        <p:nvSpPr>
          <p:cNvPr id="7" name="text-vrbxsr-6">
            <a:extLst xmlns:a="http://schemas.openxmlformats.org/drawingml/2006/main">
              <a:ext uri="{FF2B5EF4-FFF2-40B4-BE49-F238E27FC236}">
                <a16:creationId xmlns:a16="http://schemas.microsoft.com/office/drawing/2014/main" id="{D2927252-E291-41E9-B15F-4D67990679FC}"/>
              </a:ext>
            </a:extLst>
          </p:cNvPr>
          <p:cNvSpPr>
            <a:spLocks xmlns:a="http://schemas.openxmlformats.org/drawingml/2006/main" noGrp="1"/>
          </p:cNvSpPr>
          <p:nvPr/>
        </p:nvSpPr>
        <p:spPr>
          <a:xfrm xmlns:a="http://schemas.openxmlformats.org/drawingml/2006/main">
            <a:off x="3467100" y="333375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250" b="1">
                <a:solidFill>
                  <a:srgbClr val="14223B"/>
                </a:solidFill>
                <a:latin typeface="Arial"/>
                <a:ea typeface="Arial"/>
                <a:cs typeface="Arial"/>
              </a:defRPr>
            </a:lvl1pPr>
            <a:lvl2pPr>
              <a:buNone/>
              <a:defRPr sz="2250" b="1">
                <a:solidFill>
                  <a:srgbClr val="14223B"/>
                </a:solidFill>
                <a:latin typeface="Arial"/>
                <a:ea typeface="Arial"/>
                <a:cs typeface="Arial"/>
              </a:defRPr>
            </a:lvl2pPr>
            <a:lvl3pPr>
              <a:buNone/>
              <a:defRPr sz="2250" b="1">
                <a:solidFill>
                  <a:srgbClr val="14223B"/>
                </a:solidFill>
                <a:latin typeface="Arial"/>
                <a:ea typeface="Arial"/>
                <a:cs typeface="Arial"/>
              </a:defRPr>
            </a:lvl3pPr>
            <a:lvl4pPr>
              <a:buNone/>
              <a:defRPr sz="2250" b="1">
                <a:solidFill>
                  <a:srgbClr val="14223B"/>
                </a:solidFill>
                <a:latin typeface="Arial"/>
                <a:ea typeface="Arial"/>
                <a:cs typeface="Arial"/>
              </a:defRPr>
            </a:lvl4pPr>
            <a:lvl5pPr>
              <a:buNone/>
              <a:defRPr sz="2250" b="1">
                <a:solidFill>
                  <a:srgbClr val="14223B"/>
                </a:solidFill>
                <a:latin typeface="Arial"/>
                <a:ea typeface="Arial"/>
                <a:cs typeface="Arial"/>
              </a:defRPr>
            </a:lvl5pPr>
            <a:lvl6pPr>
              <a:buNone/>
              <a:defRPr sz="2250" b="1">
                <a:solidFill>
                  <a:srgbClr val="14223B"/>
                </a:solidFill>
                <a:latin typeface="Arial"/>
                <a:ea typeface="Arial"/>
                <a:cs typeface="Arial"/>
              </a:defRPr>
            </a:lvl6pPr>
            <a:lvl7pPr>
              <a:buNone/>
              <a:defRPr sz="2250" b="1">
                <a:solidFill>
                  <a:srgbClr val="14223B"/>
                </a:solidFill>
                <a:latin typeface="Arial"/>
                <a:ea typeface="Arial"/>
                <a:cs typeface="Arial"/>
              </a:defRPr>
            </a:lvl7pPr>
            <a:lvl8pPr>
              <a:buNone/>
              <a:defRPr sz="2250" b="1">
                <a:solidFill>
                  <a:srgbClr val="14223B"/>
                </a:solidFill>
                <a:latin typeface="Arial"/>
                <a:ea typeface="Arial"/>
                <a:cs typeface="Arial"/>
              </a:defRPr>
            </a:lvl8pPr>
            <a:lvl9pPr>
              <a:buNone/>
              <a:defRPr sz="2250" b="1">
                <a:solidFill>
                  <a:srgbClr val="14223B"/>
                </a:solidFill>
                <a:latin typeface="Arial"/>
                <a:ea typeface="Arial"/>
                <a:cs typeface="Arial"/>
              </a:defRPr>
            </a:lvl9pPr>
          </a:lstStyle>
          <a:p xmlns:a="http://schemas.openxmlformats.org/drawingml/2006/main">
            <a:pPr>
              <a:buNone/>
              <a:defRPr sz="2250" b="1">
                <a:solidFill>
                  <a:srgbClr val="14223B"/>
                </a:solidFill>
                <a:latin typeface="Arial"/>
                <a:ea typeface="Arial"/>
                <a:cs typeface="Arial"/>
              </a:defRPr>
            </a:pPr>
            <a:r>
              <a:rPr sz="2250" b="1">
                <a:solidFill>
                  <a:srgbClr val="14223B"/>
                </a:solidFill>
                <a:latin typeface="Arial"/>
                <a:ea typeface="Arial"/>
                <a:cs typeface="Arial"/>
              </a:rPr>
              <a:t>Ажилтан</a:t>
            </a:r>
          </a:p>
        </p:txBody>
      </p:sp>
      <p:sp>
        <p:nvSpPr>
          <p:cNvPr id="8" name="text-vrbxsr-7">
            <a:extLst xmlns:a="http://schemas.openxmlformats.org/drawingml/2006/main">
              <a:ext uri="{FF2B5EF4-FFF2-40B4-BE49-F238E27FC236}">
                <a16:creationId xmlns:a16="http://schemas.microsoft.com/office/drawing/2014/main" id="{9026FC6D-4F68-40C2-BC41-9D42AE0D2360}"/>
              </a:ext>
            </a:extLst>
          </p:cNvPr>
          <p:cNvSpPr>
            <a:spLocks xmlns:a="http://schemas.openxmlformats.org/drawingml/2006/main" noGrp="1"/>
          </p:cNvSpPr>
          <p:nvPr/>
        </p:nvSpPr>
        <p:spPr>
          <a:xfrm xmlns:a="http://schemas.openxmlformats.org/drawingml/2006/main">
            <a:off x="3467100" y="4124325"/>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875" b="0">
                <a:solidFill>
                  <a:srgbClr val="52637B"/>
                </a:solidFill>
                <a:latin typeface="Arial"/>
                <a:ea typeface="Arial"/>
                <a:cs typeface="Arial"/>
              </a:defRPr>
            </a:lvl1pPr>
            <a:lvl2pPr>
              <a:buNone/>
              <a:defRPr sz="1875" b="0">
                <a:solidFill>
                  <a:srgbClr val="52637B"/>
                </a:solidFill>
                <a:latin typeface="Arial"/>
                <a:ea typeface="Arial"/>
                <a:cs typeface="Arial"/>
              </a:defRPr>
            </a:lvl2pPr>
            <a:lvl3pPr>
              <a:buNone/>
              <a:defRPr sz="1875" b="0">
                <a:solidFill>
                  <a:srgbClr val="52637B"/>
                </a:solidFill>
                <a:latin typeface="Arial"/>
                <a:ea typeface="Arial"/>
                <a:cs typeface="Arial"/>
              </a:defRPr>
            </a:lvl3pPr>
            <a:lvl4pPr>
              <a:buNone/>
              <a:defRPr sz="1875" b="0">
                <a:solidFill>
                  <a:srgbClr val="52637B"/>
                </a:solidFill>
                <a:latin typeface="Arial"/>
                <a:ea typeface="Arial"/>
                <a:cs typeface="Arial"/>
              </a:defRPr>
            </a:lvl4pPr>
            <a:lvl5pPr>
              <a:buNone/>
              <a:defRPr sz="1875" b="0">
                <a:solidFill>
                  <a:srgbClr val="52637B"/>
                </a:solidFill>
                <a:latin typeface="Arial"/>
                <a:ea typeface="Arial"/>
                <a:cs typeface="Arial"/>
              </a:defRPr>
            </a:lvl5pPr>
            <a:lvl6pPr>
              <a:buNone/>
              <a:defRPr sz="1875" b="0">
                <a:solidFill>
                  <a:srgbClr val="52637B"/>
                </a:solidFill>
                <a:latin typeface="Arial"/>
                <a:ea typeface="Arial"/>
                <a:cs typeface="Arial"/>
              </a:defRPr>
            </a:lvl6pPr>
            <a:lvl7pPr>
              <a:buNone/>
              <a:defRPr sz="1875" b="0">
                <a:solidFill>
                  <a:srgbClr val="52637B"/>
                </a:solidFill>
                <a:latin typeface="Arial"/>
                <a:ea typeface="Arial"/>
                <a:cs typeface="Arial"/>
              </a:defRPr>
            </a:lvl7pPr>
            <a:lvl8pPr>
              <a:buNone/>
              <a:defRPr sz="1875" b="0">
                <a:solidFill>
                  <a:srgbClr val="52637B"/>
                </a:solidFill>
                <a:latin typeface="Arial"/>
                <a:ea typeface="Arial"/>
                <a:cs typeface="Arial"/>
              </a:defRPr>
            </a:lvl8pPr>
            <a:lvl9pPr>
              <a:buNone/>
              <a:defRPr sz="1875" b="0">
                <a:solidFill>
                  <a:srgbClr val="52637B"/>
                </a:solidFill>
                <a:latin typeface="Arial"/>
                <a:ea typeface="Arial"/>
                <a:cs typeface="Arial"/>
              </a:defRPr>
            </a:lvl9pPr>
          </a:lstStyle>
          <a:p xmlns:a="http://schemas.openxmlformats.org/drawingml/2006/main">
            <a:pPr>
              <a:buNone/>
              <a:defRPr sz="1875" b="0">
                <a:solidFill>
                  <a:srgbClr val="52637B"/>
                </a:solidFill>
                <a:latin typeface="Arial"/>
                <a:ea typeface="Arial"/>
                <a:cs typeface="Arial"/>
              </a:defRPr>
            </a:pPr>
            <a:r>
              <a:rPr sz="1875" b="0">
                <a:solidFill>
                  <a:srgbClr val="52637B"/>
                </a:solidFill>
                <a:latin typeface="Arial"/>
                <a:ea typeface="Arial"/>
                <a:cs typeface="Arial"/>
              </a:rPr>
              <a:t>Сонгосон ажилтан эсвэл аль ч ажилтан</a:t>
            </a:r>
          </a:p>
        </p:txBody>
      </p:sp>
      <p:sp>
        <p:nvSpPr>
          <p:cNvPr id="9" name="text-vrbxsr-8">
            <a:extLst xmlns:a="http://schemas.openxmlformats.org/drawingml/2006/main">
              <a:ext uri="{FF2B5EF4-FFF2-40B4-BE49-F238E27FC236}">
                <a16:creationId xmlns:a16="http://schemas.microsoft.com/office/drawing/2014/main" id="{11D2FB40-9733-48C0-B3D7-9781649E489D}"/>
              </a:ext>
            </a:extLst>
          </p:cNvPr>
          <p:cNvSpPr>
            <a:spLocks xmlns:a="http://schemas.openxmlformats.org/drawingml/2006/main" noGrp="1"/>
          </p:cNvSpPr>
          <p:nvPr/>
        </p:nvSpPr>
        <p:spPr>
          <a:xfrm xmlns:a="http://schemas.openxmlformats.org/drawingml/2006/main">
            <a:off x="6248400" y="21431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5850" b="1">
                <a:solidFill>
                  <a:srgbClr val="2459DA"/>
                </a:solidFill>
                <a:latin typeface="Arial"/>
                <a:ea typeface="Arial"/>
                <a:cs typeface="Arial"/>
              </a:defRPr>
            </a:lvl1pPr>
            <a:lvl2pPr>
              <a:buNone/>
              <a:defRPr sz="5850" b="1">
                <a:solidFill>
                  <a:srgbClr val="2459DA"/>
                </a:solidFill>
                <a:latin typeface="Arial"/>
                <a:ea typeface="Arial"/>
                <a:cs typeface="Arial"/>
              </a:defRPr>
            </a:lvl2pPr>
            <a:lvl3pPr>
              <a:buNone/>
              <a:defRPr sz="5850" b="1">
                <a:solidFill>
                  <a:srgbClr val="2459DA"/>
                </a:solidFill>
                <a:latin typeface="Arial"/>
                <a:ea typeface="Arial"/>
                <a:cs typeface="Arial"/>
              </a:defRPr>
            </a:lvl3pPr>
            <a:lvl4pPr>
              <a:buNone/>
              <a:defRPr sz="5850" b="1">
                <a:solidFill>
                  <a:srgbClr val="2459DA"/>
                </a:solidFill>
                <a:latin typeface="Arial"/>
                <a:ea typeface="Arial"/>
                <a:cs typeface="Arial"/>
              </a:defRPr>
            </a:lvl4pPr>
            <a:lvl5pPr>
              <a:buNone/>
              <a:defRPr sz="5850" b="1">
                <a:solidFill>
                  <a:srgbClr val="2459DA"/>
                </a:solidFill>
                <a:latin typeface="Arial"/>
                <a:ea typeface="Arial"/>
                <a:cs typeface="Arial"/>
              </a:defRPr>
            </a:lvl5pPr>
            <a:lvl6pPr>
              <a:buNone/>
              <a:defRPr sz="5850" b="1">
                <a:solidFill>
                  <a:srgbClr val="2459DA"/>
                </a:solidFill>
                <a:latin typeface="Arial"/>
                <a:ea typeface="Arial"/>
                <a:cs typeface="Arial"/>
              </a:defRPr>
            </a:lvl6pPr>
            <a:lvl7pPr>
              <a:buNone/>
              <a:defRPr sz="5850" b="1">
                <a:solidFill>
                  <a:srgbClr val="2459DA"/>
                </a:solidFill>
                <a:latin typeface="Arial"/>
                <a:ea typeface="Arial"/>
                <a:cs typeface="Arial"/>
              </a:defRPr>
            </a:lvl7pPr>
            <a:lvl8pPr>
              <a:buNone/>
              <a:defRPr sz="5850" b="1">
                <a:solidFill>
                  <a:srgbClr val="2459DA"/>
                </a:solidFill>
                <a:latin typeface="Arial"/>
                <a:ea typeface="Arial"/>
                <a:cs typeface="Arial"/>
              </a:defRPr>
            </a:lvl8pPr>
            <a:lvl9pPr>
              <a:buNone/>
              <a:defRPr sz="5850" b="1">
                <a:solidFill>
                  <a:srgbClr val="2459DA"/>
                </a:solidFill>
                <a:latin typeface="Arial"/>
                <a:ea typeface="Arial"/>
                <a:cs typeface="Arial"/>
              </a:defRPr>
            </a:lvl9pPr>
          </a:lstStyle>
          <a:p xmlns:a="http://schemas.openxmlformats.org/drawingml/2006/main">
            <a:pPr>
              <a:buNone/>
              <a:defRPr sz="5850" b="1">
                <a:solidFill>
                  <a:srgbClr val="2459DA"/>
                </a:solidFill>
                <a:latin typeface="Arial"/>
                <a:ea typeface="Arial"/>
                <a:cs typeface="Arial"/>
              </a:defRPr>
            </a:pPr>
            <a:r>
              <a:rPr sz="5850" b="1">
                <a:solidFill>
                  <a:srgbClr val="2459DA"/>
                </a:solidFill>
                <a:latin typeface="Arial"/>
                <a:ea typeface="Arial"/>
                <a:cs typeface="Arial"/>
              </a:rPr>
              <a:t>03</a:t>
            </a:r>
          </a:p>
        </p:txBody>
      </p:sp>
      <p:sp>
        <p:nvSpPr>
          <p:cNvPr id="10" name="text-vrbxsr-9">
            <a:extLst xmlns:a="http://schemas.openxmlformats.org/drawingml/2006/main">
              <a:ext uri="{FF2B5EF4-FFF2-40B4-BE49-F238E27FC236}">
                <a16:creationId xmlns:a16="http://schemas.microsoft.com/office/drawing/2014/main" id="{9CAB4796-80C1-407F-B6E2-ECF1287388F2}"/>
              </a:ext>
            </a:extLst>
          </p:cNvPr>
          <p:cNvSpPr>
            <a:spLocks xmlns:a="http://schemas.openxmlformats.org/drawingml/2006/main" noGrp="1"/>
          </p:cNvSpPr>
          <p:nvPr/>
        </p:nvSpPr>
        <p:spPr>
          <a:xfrm xmlns:a="http://schemas.openxmlformats.org/drawingml/2006/main">
            <a:off x="6248400" y="333375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250" b="1">
                <a:solidFill>
                  <a:srgbClr val="14223B"/>
                </a:solidFill>
                <a:latin typeface="Arial"/>
                <a:ea typeface="Arial"/>
                <a:cs typeface="Arial"/>
              </a:defRPr>
            </a:lvl1pPr>
            <a:lvl2pPr>
              <a:buNone/>
              <a:defRPr sz="2250" b="1">
                <a:solidFill>
                  <a:srgbClr val="14223B"/>
                </a:solidFill>
                <a:latin typeface="Arial"/>
                <a:ea typeface="Arial"/>
                <a:cs typeface="Arial"/>
              </a:defRPr>
            </a:lvl2pPr>
            <a:lvl3pPr>
              <a:buNone/>
              <a:defRPr sz="2250" b="1">
                <a:solidFill>
                  <a:srgbClr val="14223B"/>
                </a:solidFill>
                <a:latin typeface="Arial"/>
                <a:ea typeface="Arial"/>
                <a:cs typeface="Arial"/>
              </a:defRPr>
            </a:lvl3pPr>
            <a:lvl4pPr>
              <a:buNone/>
              <a:defRPr sz="2250" b="1">
                <a:solidFill>
                  <a:srgbClr val="14223B"/>
                </a:solidFill>
                <a:latin typeface="Arial"/>
                <a:ea typeface="Arial"/>
                <a:cs typeface="Arial"/>
              </a:defRPr>
            </a:lvl4pPr>
            <a:lvl5pPr>
              <a:buNone/>
              <a:defRPr sz="2250" b="1">
                <a:solidFill>
                  <a:srgbClr val="14223B"/>
                </a:solidFill>
                <a:latin typeface="Arial"/>
                <a:ea typeface="Arial"/>
                <a:cs typeface="Arial"/>
              </a:defRPr>
            </a:lvl5pPr>
            <a:lvl6pPr>
              <a:buNone/>
              <a:defRPr sz="2250" b="1">
                <a:solidFill>
                  <a:srgbClr val="14223B"/>
                </a:solidFill>
                <a:latin typeface="Arial"/>
                <a:ea typeface="Arial"/>
                <a:cs typeface="Arial"/>
              </a:defRPr>
            </a:lvl6pPr>
            <a:lvl7pPr>
              <a:buNone/>
              <a:defRPr sz="2250" b="1">
                <a:solidFill>
                  <a:srgbClr val="14223B"/>
                </a:solidFill>
                <a:latin typeface="Arial"/>
                <a:ea typeface="Arial"/>
                <a:cs typeface="Arial"/>
              </a:defRPr>
            </a:lvl7pPr>
            <a:lvl8pPr>
              <a:buNone/>
              <a:defRPr sz="2250" b="1">
                <a:solidFill>
                  <a:srgbClr val="14223B"/>
                </a:solidFill>
                <a:latin typeface="Arial"/>
                <a:ea typeface="Arial"/>
                <a:cs typeface="Arial"/>
              </a:defRPr>
            </a:lvl8pPr>
            <a:lvl9pPr>
              <a:buNone/>
              <a:defRPr sz="2250" b="1">
                <a:solidFill>
                  <a:srgbClr val="14223B"/>
                </a:solidFill>
                <a:latin typeface="Arial"/>
                <a:ea typeface="Arial"/>
                <a:cs typeface="Arial"/>
              </a:defRPr>
            </a:lvl9pPr>
          </a:lstStyle>
          <a:p xmlns:a="http://schemas.openxmlformats.org/drawingml/2006/main">
            <a:pPr>
              <a:buNone/>
              <a:defRPr sz="2250" b="1">
                <a:solidFill>
                  <a:srgbClr val="14223B"/>
                </a:solidFill>
                <a:latin typeface="Arial"/>
                <a:ea typeface="Arial"/>
                <a:cs typeface="Arial"/>
              </a:defRPr>
            </a:pPr>
            <a:r>
              <a:rPr sz="2250" b="1">
                <a:solidFill>
                  <a:srgbClr val="14223B"/>
                </a:solidFill>
                <a:latin typeface="Arial"/>
                <a:ea typeface="Arial"/>
                <a:cs typeface="Arial"/>
              </a:rPr>
              <a:t>Цаг</a:t>
            </a:r>
          </a:p>
        </p:txBody>
      </p:sp>
      <p:sp>
        <p:nvSpPr>
          <p:cNvPr id="11" name="text-vrbxsr-10">
            <a:extLst xmlns:a="http://schemas.openxmlformats.org/drawingml/2006/main">
              <a:ext uri="{FF2B5EF4-FFF2-40B4-BE49-F238E27FC236}">
                <a16:creationId xmlns:a16="http://schemas.microsoft.com/office/drawing/2014/main" id="{68B82FC2-2CA8-4C08-A76F-8F24AD4DC9AF}"/>
              </a:ext>
            </a:extLst>
          </p:cNvPr>
          <p:cNvSpPr>
            <a:spLocks xmlns:a="http://schemas.openxmlformats.org/drawingml/2006/main" noGrp="1"/>
          </p:cNvSpPr>
          <p:nvPr/>
        </p:nvSpPr>
        <p:spPr>
          <a:xfrm xmlns:a="http://schemas.openxmlformats.org/drawingml/2006/main">
            <a:off x="6248400" y="4124325"/>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875" b="0">
                <a:solidFill>
                  <a:srgbClr val="52637B"/>
                </a:solidFill>
                <a:latin typeface="Arial"/>
                <a:ea typeface="Arial"/>
                <a:cs typeface="Arial"/>
              </a:defRPr>
            </a:lvl1pPr>
            <a:lvl2pPr>
              <a:buNone/>
              <a:defRPr sz="1875" b="0">
                <a:solidFill>
                  <a:srgbClr val="52637B"/>
                </a:solidFill>
                <a:latin typeface="Arial"/>
                <a:ea typeface="Arial"/>
                <a:cs typeface="Arial"/>
              </a:defRPr>
            </a:lvl2pPr>
            <a:lvl3pPr>
              <a:buNone/>
              <a:defRPr sz="1875" b="0">
                <a:solidFill>
                  <a:srgbClr val="52637B"/>
                </a:solidFill>
                <a:latin typeface="Arial"/>
                <a:ea typeface="Arial"/>
                <a:cs typeface="Arial"/>
              </a:defRPr>
            </a:lvl3pPr>
            <a:lvl4pPr>
              <a:buNone/>
              <a:defRPr sz="1875" b="0">
                <a:solidFill>
                  <a:srgbClr val="52637B"/>
                </a:solidFill>
                <a:latin typeface="Arial"/>
                <a:ea typeface="Arial"/>
                <a:cs typeface="Arial"/>
              </a:defRPr>
            </a:lvl4pPr>
            <a:lvl5pPr>
              <a:buNone/>
              <a:defRPr sz="1875" b="0">
                <a:solidFill>
                  <a:srgbClr val="52637B"/>
                </a:solidFill>
                <a:latin typeface="Arial"/>
                <a:ea typeface="Arial"/>
                <a:cs typeface="Arial"/>
              </a:defRPr>
            </a:lvl5pPr>
            <a:lvl6pPr>
              <a:buNone/>
              <a:defRPr sz="1875" b="0">
                <a:solidFill>
                  <a:srgbClr val="52637B"/>
                </a:solidFill>
                <a:latin typeface="Arial"/>
                <a:ea typeface="Arial"/>
                <a:cs typeface="Arial"/>
              </a:defRPr>
            </a:lvl6pPr>
            <a:lvl7pPr>
              <a:buNone/>
              <a:defRPr sz="1875" b="0">
                <a:solidFill>
                  <a:srgbClr val="52637B"/>
                </a:solidFill>
                <a:latin typeface="Arial"/>
                <a:ea typeface="Arial"/>
                <a:cs typeface="Arial"/>
              </a:defRPr>
            </a:lvl7pPr>
            <a:lvl8pPr>
              <a:buNone/>
              <a:defRPr sz="1875" b="0">
                <a:solidFill>
                  <a:srgbClr val="52637B"/>
                </a:solidFill>
                <a:latin typeface="Arial"/>
                <a:ea typeface="Arial"/>
                <a:cs typeface="Arial"/>
              </a:defRPr>
            </a:lvl8pPr>
            <a:lvl9pPr>
              <a:buNone/>
              <a:defRPr sz="1875" b="0">
                <a:solidFill>
                  <a:srgbClr val="52637B"/>
                </a:solidFill>
                <a:latin typeface="Arial"/>
                <a:ea typeface="Arial"/>
                <a:cs typeface="Arial"/>
              </a:defRPr>
            </a:lvl9pPr>
          </a:lstStyle>
          <a:p xmlns:a="http://schemas.openxmlformats.org/drawingml/2006/main">
            <a:pPr>
              <a:buNone/>
              <a:defRPr sz="1875" b="0">
                <a:solidFill>
                  <a:srgbClr val="52637B"/>
                </a:solidFill>
                <a:latin typeface="Arial"/>
                <a:ea typeface="Arial"/>
                <a:cs typeface="Arial"/>
              </a:defRPr>
            </a:pPr>
            <a:r>
              <a:rPr sz="1875" b="0">
                <a:solidFill>
                  <a:srgbClr val="52637B"/>
                </a:solidFill>
                <a:latin typeface="Arial"/>
                <a:ea typeface="Arial"/>
                <a:cs typeface="Arial"/>
              </a:rPr>
              <a:t>Өдөр ба сул цаг</a:t>
            </a:r>
          </a:p>
        </p:txBody>
      </p:sp>
      <p:sp>
        <p:nvSpPr>
          <p:cNvPr id="12" name="text-vrbxsr-11">
            <a:extLst xmlns:a="http://schemas.openxmlformats.org/drawingml/2006/main">
              <a:ext uri="{FF2B5EF4-FFF2-40B4-BE49-F238E27FC236}">
                <a16:creationId xmlns:a16="http://schemas.microsoft.com/office/drawing/2014/main" id="{63D847C8-140E-432F-BA56-A0537BEE85A7}"/>
              </a:ext>
            </a:extLst>
          </p:cNvPr>
          <p:cNvSpPr>
            <a:spLocks xmlns:a="http://schemas.openxmlformats.org/drawingml/2006/main" noGrp="1"/>
          </p:cNvSpPr>
          <p:nvPr/>
        </p:nvSpPr>
        <p:spPr>
          <a:xfrm xmlns:a="http://schemas.openxmlformats.org/drawingml/2006/main">
            <a:off x="9029700" y="21431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5850" b="1">
                <a:solidFill>
                  <a:srgbClr val="2459DA"/>
                </a:solidFill>
                <a:latin typeface="Arial"/>
                <a:ea typeface="Arial"/>
                <a:cs typeface="Arial"/>
              </a:defRPr>
            </a:lvl1pPr>
            <a:lvl2pPr>
              <a:buNone/>
              <a:defRPr sz="5850" b="1">
                <a:solidFill>
                  <a:srgbClr val="2459DA"/>
                </a:solidFill>
                <a:latin typeface="Arial"/>
                <a:ea typeface="Arial"/>
                <a:cs typeface="Arial"/>
              </a:defRPr>
            </a:lvl2pPr>
            <a:lvl3pPr>
              <a:buNone/>
              <a:defRPr sz="5850" b="1">
                <a:solidFill>
                  <a:srgbClr val="2459DA"/>
                </a:solidFill>
                <a:latin typeface="Arial"/>
                <a:ea typeface="Arial"/>
                <a:cs typeface="Arial"/>
              </a:defRPr>
            </a:lvl3pPr>
            <a:lvl4pPr>
              <a:buNone/>
              <a:defRPr sz="5850" b="1">
                <a:solidFill>
                  <a:srgbClr val="2459DA"/>
                </a:solidFill>
                <a:latin typeface="Arial"/>
                <a:ea typeface="Arial"/>
                <a:cs typeface="Arial"/>
              </a:defRPr>
            </a:lvl4pPr>
            <a:lvl5pPr>
              <a:buNone/>
              <a:defRPr sz="5850" b="1">
                <a:solidFill>
                  <a:srgbClr val="2459DA"/>
                </a:solidFill>
                <a:latin typeface="Arial"/>
                <a:ea typeface="Arial"/>
                <a:cs typeface="Arial"/>
              </a:defRPr>
            </a:lvl5pPr>
            <a:lvl6pPr>
              <a:buNone/>
              <a:defRPr sz="5850" b="1">
                <a:solidFill>
                  <a:srgbClr val="2459DA"/>
                </a:solidFill>
                <a:latin typeface="Arial"/>
                <a:ea typeface="Arial"/>
                <a:cs typeface="Arial"/>
              </a:defRPr>
            </a:lvl6pPr>
            <a:lvl7pPr>
              <a:buNone/>
              <a:defRPr sz="5850" b="1">
                <a:solidFill>
                  <a:srgbClr val="2459DA"/>
                </a:solidFill>
                <a:latin typeface="Arial"/>
                <a:ea typeface="Arial"/>
                <a:cs typeface="Arial"/>
              </a:defRPr>
            </a:lvl7pPr>
            <a:lvl8pPr>
              <a:buNone/>
              <a:defRPr sz="5850" b="1">
                <a:solidFill>
                  <a:srgbClr val="2459DA"/>
                </a:solidFill>
                <a:latin typeface="Arial"/>
                <a:ea typeface="Arial"/>
                <a:cs typeface="Arial"/>
              </a:defRPr>
            </a:lvl8pPr>
            <a:lvl9pPr>
              <a:buNone/>
              <a:defRPr sz="5850" b="1">
                <a:solidFill>
                  <a:srgbClr val="2459DA"/>
                </a:solidFill>
                <a:latin typeface="Arial"/>
                <a:ea typeface="Arial"/>
                <a:cs typeface="Arial"/>
              </a:defRPr>
            </a:lvl9pPr>
          </a:lstStyle>
          <a:p xmlns:a="http://schemas.openxmlformats.org/drawingml/2006/main">
            <a:pPr>
              <a:buNone/>
              <a:defRPr sz="5850" b="1">
                <a:solidFill>
                  <a:srgbClr val="2459DA"/>
                </a:solidFill>
                <a:latin typeface="Arial"/>
                <a:ea typeface="Arial"/>
                <a:cs typeface="Arial"/>
              </a:defRPr>
            </a:pPr>
            <a:r>
              <a:rPr sz="5850" b="1">
                <a:solidFill>
                  <a:srgbClr val="2459DA"/>
                </a:solidFill>
                <a:latin typeface="Arial"/>
                <a:ea typeface="Arial"/>
                <a:cs typeface="Arial"/>
              </a:rPr>
              <a:t>04</a:t>
            </a:r>
          </a:p>
        </p:txBody>
      </p:sp>
      <p:sp>
        <p:nvSpPr>
          <p:cNvPr id="13" name="text-vrbxsr-12">
            <a:extLst xmlns:a="http://schemas.openxmlformats.org/drawingml/2006/main">
              <a:ext uri="{FF2B5EF4-FFF2-40B4-BE49-F238E27FC236}">
                <a16:creationId xmlns:a16="http://schemas.microsoft.com/office/drawing/2014/main" id="{AD20F3F5-3808-40CF-9F73-014BFF2CF13D}"/>
              </a:ext>
            </a:extLst>
          </p:cNvPr>
          <p:cNvSpPr>
            <a:spLocks xmlns:a="http://schemas.openxmlformats.org/drawingml/2006/main" noGrp="1"/>
          </p:cNvSpPr>
          <p:nvPr/>
        </p:nvSpPr>
        <p:spPr>
          <a:xfrm xmlns:a="http://schemas.openxmlformats.org/drawingml/2006/main">
            <a:off x="9029700" y="3333750"/>
            <a:ext cx="247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250" b="1">
                <a:solidFill>
                  <a:srgbClr val="14223B"/>
                </a:solidFill>
                <a:latin typeface="Arial"/>
                <a:ea typeface="Arial"/>
                <a:cs typeface="Arial"/>
              </a:defRPr>
            </a:lvl1pPr>
            <a:lvl2pPr>
              <a:buNone/>
              <a:defRPr sz="2250" b="1">
                <a:solidFill>
                  <a:srgbClr val="14223B"/>
                </a:solidFill>
                <a:latin typeface="Arial"/>
                <a:ea typeface="Arial"/>
                <a:cs typeface="Arial"/>
              </a:defRPr>
            </a:lvl2pPr>
            <a:lvl3pPr>
              <a:buNone/>
              <a:defRPr sz="2250" b="1">
                <a:solidFill>
                  <a:srgbClr val="14223B"/>
                </a:solidFill>
                <a:latin typeface="Arial"/>
                <a:ea typeface="Arial"/>
                <a:cs typeface="Arial"/>
              </a:defRPr>
            </a:lvl3pPr>
            <a:lvl4pPr>
              <a:buNone/>
              <a:defRPr sz="2250" b="1">
                <a:solidFill>
                  <a:srgbClr val="14223B"/>
                </a:solidFill>
                <a:latin typeface="Arial"/>
                <a:ea typeface="Arial"/>
                <a:cs typeface="Arial"/>
              </a:defRPr>
            </a:lvl4pPr>
            <a:lvl5pPr>
              <a:buNone/>
              <a:defRPr sz="2250" b="1">
                <a:solidFill>
                  <a:srgbClr val="14223B"/>
                </a:solidFill>
                <a:latin typeface="Arial"/>
                <a:ea typeface="Arial"/>
                <a:cs typeface="Arial"/>
              </a:defRPr>
            </a:lvl5pPr>
            <a:lvl6pPr>
              <a:buNone/>
              <a:defRPr sz="2250" b="1">
                <a:solidFill>
                  <a:srgbClr val="14223B"/>
                </a:solidFill>
                <a:latin typeface="Arial"/>
                <a:ea typeface="Arial"/>
                <a:cs typeface="Arial"/>
              </a:defRPr>
            </a:lvl6pPr>
            <a:lvl7pPr>
              <a:buNone/>
              <a:defRPr sz="2250" b="1">
                <a:solidFill>
                  <a:srgbClr val="14223B"/>
                </a:solidFill>
                <a:latin typeface="Arial"/>
                <a:ea typeface="Arial"/>
                <a:cs typeface="Arial"/>
              </a:defRPr>
            </a:lvl7pPr>
            <a:lvl8pPr>
              <a:buNone/>
              <a:defRPr sz="2250" b="1">
                <a:solidFill>
                  <a:srgbClr val="14223B"/>
                </a:solidFill>
                <a:latin typeface="Arial"/>
                <a:ea typeface="Arial"/>
                <a:cs typeface="Arial"/>
              </a:defRPr>
            </a:lvl8pPr>
            <a:lvl9pPr>
              <a:buNone/>
              <a:defRPr sz="2250" b="1">
                <a:solidFill>
                  <a:srgbClr val="14223B"/>
                </a:solidFill>
                <a:latin typeface="Arial"/>
                <a:ea typeface="Arial"/>
                <a:cs typeface="Arial"/>
              </a:defRPr>
            </a:lvl9pPr>
          </a:lstStyle>
          <a:p xmlns:a="http://schemas.openxmlformats.org/drawingml/2006/main">
            <a:pPr>
              <a:buNone/>
              <a:defRPr sz="2250" b="1">
                <a:solidFill>
                  <a:srgbClr val="14223B"/>
                </a:solidFill>
                <a:latin typeface="Arial"/>
                <a:ea typeface="Arial"/>
                <a:cs typeface="Arial"/>
              </a:defRPr>
            </a:pPr>
            <a:r>
              <a:rPr sz="2250" b="1">
                <a:solidFill>
                  <a:srgbClr val="14223B"/>
                </a:solidFill>
                <a:latin typeface="Arial"/>
                <a:ea typeface="Arial"/>
                <a:cs typeface="Arial"/>
              </a:rPr>
              <a:t>Холбоо барих</a:t>
            </a:r>
          </a:p>
        </p:txBody>
      </p:sp>
      <p:sp>
        <p:nvSpPr>
          <p:cNvPr id="14" name="text-vrbxsr-13">
            <a:extLst xmlns:a="http://schemas.openxmlformats.org/drawingml/2006/main">
              <a:ext uri="{FF2B5EF4-FFF2-40B4-BE49-F238E27FC236}">
                <a16:creationId xmlns:a16="http://schemas.microsoft.com/office/drawing/2014/main" id="{83C0236C-1396-4384-B7AE-607D14EBE460}"/>
              </a:ext>
            </a:extLst>
          </p:cNvPr>
          <p:cNvSpPr>
            <a:spLocks xmlns:a="http://schemas.openxmlformats.org/drawingml/2006/main" noGrp="1"/>
          </p:cNvSpPr>
          <p:nvPr/>
        </p:nvSpPr>
        <p:spPr>
          <a:xfrm xmlns:a="http://schemas.openxmlformats.org/drawingml/2006/main">
            <a:off x="9029700" y="4124325"/>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875" b="0">
                <a:solidFill>
                  <a:srgbClr val="52637B"/>
                </a:solidFill>
                <a:latin typeface="Arial"/>
                <a:ea typeface="Arial"/>
                <a:cs typeface="Arial"/>
              </a:defRPr>
            </a:lvl1pPr>
            <a:lvl2pPr>
              <a:buNone/>
              <a:defRPr sz="1875" b="0">
                <a:solidFill>
                  <a:srgbClr val="52637B"/>
                </a:solidFill>
                <a:latin typeface="Arial"/>
                <a:ea typeface="Arial"/>
                <a:cs typeface="Arial"/>
              </a:defRPr>
            </a:lvl2pPr>
            <a:lvl3pPr>
              <a:buNone/>
              <a:defRPr sz="1875" b="0">
                <a:solidFill>
                  <a:srgbClr val="52637B"/>
                </a:solidFill>
                <a:latin typeface="Arial"/>
                <a:ea typeface="Arial"/>
                <a:cs typeface="Arial"/>
              </a:defRPr>
            </a:lvl3pPr>
            <a:lvl4pPr>
              <a:buNone/>
              <a:defRPr sz="1875" b="0">
                <a:solidFill>
                  <a:srgbClr val="52637B"/>
                </a:solidFill>
                <a:latin typeface="Arial"/>
                <a:ea typeface="Arial"/>
                <a:cs typeface="Arial"/>
              </a:defRPr>
            </a:lvl4pPr>
            <a:lvl5pPr>
              <a:buNone/>
              <a:defRPr sz="1875" b="0">
                <a:solidFill>
                  <a:srgbClr val="52637B"/>
                </a:solidFill>
                <a:latin typeface="Arial"/>
                <a:ea typeface="Arial"/>
                <a:cs typeface="Arial"/>
              </a:defRPr>
            </a:lvl5pPr>
            <a:lvl6pPr>
              <a:buNone/>
              <a:defRPr sz="1875" b="0">
                <a:solidFill>
                  <a:srgbClr val="52637B"/>
                </a:solidFill>
                <a:latin typeface="Arial"/>
                <a:ea typeface="Arial"/>
                <a:cs typeface="Arial"/>
              </a:defRPr>
            </a:lvl6pPr>
            <a:lvl7pPr>
              <a:buNone/>
              <a:defRPr sz="1875" b="0">
                <a:solidFill>
                  <a:srgbClr val="52637B"/>
                </a:solidFill>
                <a:latin typeface="Arial"/>
                <a:ea typeface="Arial"/>
                <a:cs typeface="Arial"/>
              </a:defRPr>
            </a:lvl7pPr>
            <a:lvl8pPr>
              <a:buNone/>
              <a:defRPr sz="1875" b="0">
                <a:solidFill>
                  <a:srgbClr val="52637B"/>
                </a:solidFill>
                <a:latin typeface="Arial"/>
                <a:ea typeface="Arial"/>
                <a:cs typeface="Arial"/>
              </a:defRPr>
            </a:lvl8pPr>
            <a:lvl9pPr>
              <a:buNone/>
              <a:defRPr sz="1875" b="0">
                <a:solidFill>
                  <a:srgbClr val="52637B"/>
                </a:solidFill>
                <a:latin typeface="Arial"/>
                <a:ea typeface="Arial"/>
                <a:cs typeface="Arial"/>
              </a:defRPr>
            </a:lvl9pPr>
          </a:lstStyle>
          <a:p xmlns:a="http://schemas.openxmlformats.org/drawingml/2006/main">
            <a:pPr>
              <a:buNone/>
              <a:defRPr sz="1875" b="0">
                <a:solidFill>
                  <a:srgbClr val="52637B"/>
                </a:solidFill>
                <a:latin typeface="Arial"/>
                <a:ea typeface="Arial"/>
                <a:cs typeface="Arial"/>
              </a:defRPr>
            </a:pPr>
            <a:r>
              <a:rPr sz="1875" b="0">
                <a:solidFill>
                  <a:srgbClr val="52637B"/>
                </a:solidFill>
                <a:latin typeface="Arial"/>
                <a:ea typeface="Arial"/>
                <a:cs typeface="Arial"/>
              </a:rPr>
              <a:t>Нэр, утас</a:t>
            </a:r>
          </a:p>
        </p:txBody>
      </p:sp>
      <p:sp>
        <p:nvSpPr>
          <p:cNvPr id="15" name="text-vrbxsr-14">
            <a:extLst xmlns:a="http://schemas.openxmlformats.org/drawingml/2006/main">
              <a:ext uri="{FF2B5EF4-FFF2-40B4-BE49-F238E27FC236}">
                <a16:creationId xmlns:a16="http://schemas.microsoft.com/office/drawing/2014/main" id="{F1C39CF1-4C1F-4C8A-94A0-4251DE79D3A5}"/>
              </a:ext>
            </a:extLst>
          </p:cNvPr>
          <p:cNvSpPr>
            <a:spLocks xmlns:a="http://schemas.openxmlformats.org/drawingml/2006/main" noGrp="1"/>
          </p:cNvSpPr>
          <p:nvPr/>
        </p:nvSpPr>
        <p:spPr>
          <a:xfrm xmlns:a="http://schemas.openxmlformats.org/drawingml/2006/main">
            <a:off x="685800" y="5715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250" b="1">
                <a:solidFill>
                  <a:srgbClr val="2459DA"/>
                </a:solidFill>
                <a:latin typeface="Arial"/>
                <a:ea typeface="Arial"/>
                <a:cs typeface="Arial"/>
              </a:defRPr>
            </a:lvl1pPr>
            <a:lvl2pPr>
              <a:buNone/>
              <a:defRPr sz="2250" b="1">
                <a:solidFill>
                  <a:srgbClr val="2459DA"/>
                </a:solidFill>
                <a:latin typeface="Arial"/>
                <a:ea typeface="Arial"/>
                <a:cs typeface="Arial"/>
              </a:defRPr>
            </a:lvl2pPr>
            <a:lvl3pPr>
              <a:buNone/>
              <a:defRPr sz="2250" b="1">
                <a:solidFill>
                  <a:srgbClr val="2459DA"/>
                </a:solidFill>
                <a:latin typeface="Arial"/>
                <a:ea typeface="Arial"/>
                <a:cs typeface="Arial"/>
              </a:defRPr>
            </a:lvl3pPr>
            <a:lvl4pPr>
              <a:buNone/>
              <a:defRPr sz="2250" b="1">
                <a:solidFill>
                  <a:srgbClr val="2459DA"/>
                </a:solidFill>
                <a:latin typeface="Arial"/>
                <a:ea typeface="Arial"/>
                <a:cs typeface="Arial"/>
              </a:defRPr>
            </a:lvl4pPr>
            <a:lvl5pPr>
              <a:buNone/>
              <a:defRPr sz="2250" b="1">
                <a:solidFill>
                  <a:srgbClr val="2459DA"/>
                </a:solidFill>
                <a:latin typeface="Arial"/>
                <a:ea typeface="Arial"/>
                <a:cs typeface="Arial"/>
              </a:defRPr>
            </a:lvl5pPr>
            <a:lvl6pPr>
              <a:buNone/>
              <a:defRPr sz="2250" b="1">
                <a:solidFill>
                  <a:srgbClr val="2459DA"/>
                </a:solidFill>
                <a:latin typeface="Arial"/>
                <a:ea typeface="Arial"/>
                <a:cs typeface="Arial"/>
              </a:defRPr>
            </a:lvl6pPr>
            <a:lvl7pPr>
              <a:buNone/>
              <a:defRPr sz="2250" b="1">
                <a:solidFill>
                  <a:srgbClr val="2459DA"/>
                </a:solidFill>
                <a:latin typeface="Arial"/>
                <a:ea typeface="Arial"/>
                <a:cs typeface="Arial"/>
              </a:defRPr>
            </a:lvl7pPr>
            <a:lvl8pPr>
              <a:buNone/>
              <a:defRPr sz="2250" b="1">
                <a:solidFill>
                  <a:srgbClr val="2459DA"/>
                </a:solidFill>
                <a:latin typeface="Arial"/>
                <a:ea typeface="Arial"/>
                <a:cs typeface="Arial"/>
              </a:defRPr>
            </a:lvl8pPr>
            <a:lvl9pPr>
              <a:buNone/>
              <a:defRPr sz="2250" b="1">
                <a:solidFill>
                  <a:srgbClr val="2459DA"/>
                </a:solidFill>
                <a:latin typeface="Arial"/>
                <a:ea typeface="Arial"/>
                <a:cs typeface="Arial"/>
              </a:defRPr>
            </a:lvl9pPr>
          </a:lstStyle>
          <a:p xmlns:a="http://schemas.openxmlformats.org/drawingml/2006/main">
            <a:pPr>
              <a:buNone/>
              <a:defRPr sz="2250" b="1">
                <a:solidFill>
                  <a:srgbClr val="2459DA"/>
                </a:solidFill>
                <a:latin typeface="Arial"/>
                <a:ea typeface="Arial"/>
                <a:cs typeface="Arial"/>
              </a:defRPr>
            </a:pPr>
            <a:r>
              <a:rPr sz="2250" b="1">
                <a:solidFill>
                  <a:srgbClr val="2459DA"/>
                </a:solidFill>
                <a:latin typeface="Arial"/>
                <a:ea typeface="Arial"/>
                <a:cs typeface="Arial"/>
              </a:rPr>
              <a:t>Бүртгэлгүйгээр захиалах боломжтой</a:t>
            </a:r>
          </a:p>
        </p:txBody>
      </p:sp>
    </p:spTree>
    <p:extLst>
      <p:ext uri="{BB962C8B-B14F-4D97-AF65-F5344CB8AC3E}">
        <p14:creationId xmlns:p14="http://schemas.microsoft.com/office/powerpoint/2010/main" val="457232723"/>
      </p:ext>
    </p:extLst>
  </p:cSld>
</p:sld>
</file>

<file path=ppt/slides/slide5.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8" name="text-hw4klu-0">
            <a:extLst xmlns:a="http://schemas.openxmlformats.org/drawingml/2006/main">
              <a:ext uri="{FF2B5EF4-FFF2-40B4-BE49-F238E27FC236}">
                <a16:creationId xmlns:a16="http://schemas.microsoft.com/office/drawing/2014/main" id="{DB974610-84BC-4DFE-B011-31FCE7A4A38D}"/>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3450" b="1">
                <a:solidFill>
                  <a:srgbClr val="14223B"/>
                </a:solidFill>
                <a:latin typeface="Arial"/>
                <a:ea typeface="Arial"/>
                <a:cs typeface="Arial"/>
              </a:defRPr>
            </a:lvl1pPr>
            <a:lvl2pPr>
              <a:buNone/>
              <a:defRPr sz="3450" b="1">
                <a:solidFill>
                  <a:srgbClr val="14223B"/>
                </a:solidFill>
                <a:latin typeface="Arial"/>
                <a:ea typeface="Arial"/>
                <a:cs typeface="Arial"/>
              </a:defRPr>
            </a:lvl2pPr>
            <a:lvl3pPr>
              <a:buNone/>
              <a:defRPr sz="3450" b="1">
                <a:solidFill>
                  <a:srgbClr val="14223B"/>
                </a:solidFill>
                <a:latin typeface="Arial"/>
                <a:ea typeface="Arial"/>
                <a:cs typeface="Arial"/>
              </a:defRPr>
            </a:lvl3pPr>
            <a:lvl4pPr>
              <a:buNone/>
              <a:defRPr sz="3450" b="1">
                <a:solidFill>
                  <a:srgbClr val="14223B"/>
                </a:solidFill>
                <a:latin typeface="Arial"/>
                <a:ea typeface="Arial"/>
                <a:cs typeface="Arial"/>
              </a:defRPr>
            </a:lvl4pPr>
            <a:lvl5pPr>
              <a:buNone/>
              <a:defRPr sz="3450" b="1">
                <a:solidFill>
                  <a:srgbClr val="14223B"/>
                </a:solidFill>
                <a:latin typeface="Arial"/>
                <a:ea typeface="Arial"/>
                <a:cs typeface="Arial"/>
              </a:defRPr>
            </a:lvl5pPr>
            <a:lvl6pPr>
              <a:buNone/>
              <a:defRPr sz="3450" b="1">
                <a:solidFill>
                  <a:srgbClr val="14223B"/>
                </a:solidFill>
                <a:latin typeface="Arial"/>
                <a:ea typeface="Arial"/>
                <a:cs typeface="Arial"/>
              </a:defRPr>
            </a:lvl6pPr>
            <a:lvl7pPr>
              <a:buNone/>
              <a:defRPr sz="3450" b="1">
                <a:solidFill>
                  <a:srgbClr val="14223B"/>
                </a:solidFill>
                <a:latin typeface="Arial"/>
                <a:ea typeface="Arial"/>
                <a:cs typeface="Arial"/>
              </a:defRPr>
            </a:lvl7pPr>
            <a:lvl8pPr>
              <a:buNone/>
              <a:defRPr sz="3450" b="1">
                <a:solidFill>
                  <a:srgbClr val="14223B"/>
                </a:solidFill>
                <a:latin typeface="Arial"/>
                <a:ea typeface="Arial"/>
                <a:cs typeface="Arial"/>
              </a:defRPr>
            </a:lvl8pPr>
            <a:lvl9pPr>
              <a:buNone/>
              <a:defRPr sz="3450" b="1">
                <a:solidFill>
                  <a:srgbClr val="14223B"/>
                </a:solidFill>
                <a:latin typeface="Arial"/>
                <a:ea typeface="Arial"/>
                <a:cs typeface="Arial"/>
              </a:defRPr>
            </a:lvl9pPr>
          </a:lstStyle>
          <a:p xmlns:a="http://schemas.openxmlformats.org/drawingml/2006/main">
            <a:pPr>
              <a:buNone/>
              <a:defRPr sz="3450" b="1">
                <a:solidFill>
                  <a:srgbClr val="14223B"/>
                </a:solidFill>
                <a:latin typeface="Arial"/>
                <a:ea typeface="Arial"/>
                <a:cs typeface="Arial"/>
              </a:defRPr>
            </a:pPr>
            <a:r>
              <a:rPr sz="3450" b="1">
                <a:solidFill>
                  <a:srgbClr val="14223B"/>
                </a:solidFill>
                <a:latin typeface="Arial"/>
                <a:ea typeface="Arial"/>
                <a:cs typeface="Arial"/>
              </a:rPr>
              <a:t>Хайлт ба миний захиалгууд</a:t>
            </a:r>
          </a:p>
        </p:txBody>
      </p:sp>
      <p:sp>
        <p:nvSpPr>
          <p:cNvPr id="2" name="text-hw4klu-1">
            <a:extLst xmlns:a="http://schemas.openxmlformats.org/drawingml/2006/main">
              <a:ext uri="{FF2B5EF4-FFF2-40B4-BE49-F238E27FC236}">
                <a16:creationId xmlns:a16="http://schemas.microsoft.com/office/drawing/2014/main" id="{CE122402-AA0D-4D01-A393-F5E6C320BF6A}"/>
              </a:ext>
            </a:extLst>
          </p:cNvPr>
          <p:cNvSpPr>
            <a:spLocks xmlns:a="http://schemas.openxmlformats.org/drawingml/2006/main" noGrp="1"/>
          </p:cNvSpPr>
          <p:nvPr/>
        </p:nvSpPr>
        <p:spPr>
          <a:xfrm xmlns:a="http://schemas.openxmlformats.org/drawingml/2006/main">
            <a:off x="109347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350" b="0">
                <a:solidFill>
                  <a:srgbClr val="52637B"/>
                </a:solidFill>
                <a:latin typeface="Arial"/>
                <a:ea typeface="Arial"/>
                <a:cs typeface="Arial"/>
              </a:defRPr>
            </a:lvl1pPr>
            <a:lvl2pPr>
              <a:buNone/>
              <a:defRPr sz="1350" b="0">
                <a:solidFill>
                  <a:srgbClr val="52637B"/>
                </a:solidFill>
                <a:latin typeface="Arial"/>
                <a:ea typeface="Arial"/>
                <a:cs typeface="Arial"/>
              </a:defRPr>
            </a:lvl2pPr>
            <a:lvl3pPr>
              <a:buNone/>
              <a:defRPr sz="1350" b="0">
                <a:solidFill>
                  <a:srgbClr val="52637B"/>
                </a:solidFill>
                <a:latin typeface="Arial"/>
                <a:ea typeface="Arial"/>
                <a:cs typeface="Arial"/>
              </a:defRPr>
            </a:lvl3pPr>
            <a:lvl4pPr>
              <a:buNone/>
              <a:defRPr sz="1350" b="0">
                <a:solidFill>
                  <a:srgbClr val="52637B"/>
                </a:solidFill>
                <a:latin typeface="Arial"/>
                <a:ea typeface="Arial"/>
                <a:cs typeface="Arial"/>
              </a:defRPr>
            </a:lvl4pPr>
            <a:lvl5pPr>
              <a:buNone/>
              <a:defRPr sz="1350" b="0">
                <a:solidFill>
                  <a:srgbClr val="52637B"/>
                </a:solidFill>
                <a:latin typeface="Arial"/>
                <a:ea typeface="Arial"/>
                <a:cs typeface="Arial"/>
              </a:defRPr>
            </a:lvl5pPr>
            <a:lvl6pPr>
              <a:buNone/>
              <a:defRPr sz="1350" b="0">
                <a:solidFill>
                  <a:srgbClr val="52637B"/>
                </a:solidFill>
                <a:latin typeface="Arial"/>
                <a:ea typeface="Arial"/>
                <a:cs typeface="Arial"/>
              </a:defRPr>
            </a:lvl6pPr>
            <a:lvl7pPr>
              <a:buNone/>
              <a:defRPr sz="1350" b="0">
                <a:solidFill>
                  <a:srgbClr val="52637B"/>
                </a:solidFill>
                <a:latin typeface="Arial"/>
                <a:ea typeface="Arial"/>
                <a:cs typeface="Arial"/>
              </a:defRPr>
            </a:lvl7pPr>
            <a:lvl8pPr>
              <a:buNone/>
              <a:defRPr sz="1350" b="0">
                <a:solidFill>
                  <a:srgbClr val="52637B"/>
                </a:solidFill>
                <a:latin typeface="Arial"/>
                <a:ea typeface="Arial"/>
                <a:cs typeface="Arial"/>
              </a:defRPr>
            </a:lvl8pPr>
            <a:lvl9pPr>
              <a:buNone/>
              <a:defRPr sz="1350" b="0">
                <a:solidFill>
                  <a:srgbClr val="52637B"/>
                </a:solidFill>
                <a:latin typeface="Arial"/>
                <a:ea typeface="Arial"/>
                <a:cs typeface="Arial"/>
              </a:defRPr>
            </a:lvl9pPr>
          </a:lstStyle>
          <a:p xmlns:a="http://schemas.openxmlformats.org/drawingml/2006/main">
            <a:pPr>
              <a:buNone/>
              <a:defRPr sz="1350" b="0">
                <a:solidFill>
                  <a:srgbClr val="52637B"/>
                </a:solidFill>
                <a:latin typeface="Arial"/>
                <a:ea typeface="Arial"/>
                <a:cs typeface="Arial"/>
              </a:defRPr>
            </a:pPr>
            <a:r>
              <a:rPr sz="1350" b="0">
                <a:solidFill>
                  <a:srgbClr val="52637B"/>
                </a:solidFill>
                <a:latin typeface="Arial"/>
                <a:ea typeface="Arial"/>
                <a:cs typeface="Arial"/>
              </a:rPr>
              <a:t>05</a:t>
            </a:r>
          </a:p>
        </p:txBody>
      </p:sp>
      <p:sp>
        <p:nvSpPr>
          <p:cNvPr id="3" name="text-hw4klu-2">
            <a:extLst xmlns:a="http://schemas.openxmlformats.org/drawingml/2006/main">
              <a:ext uri="{FF2B5EF4-FFF2-40B4-BE49-F238E27FC236}">
                <a16:creationId xmlns:a16="http://schemas.microsoft.com/office/drawing/2014/main" id="{062F7943-9B63-48AF-8A92-3F62256C67D4}"/>
              </a:ext>
            </a:extLst>
          </p:cNvPr>
          <p:cNvSpPr>
            <a:spLocks xmlns:a="http://schemas.openxmlformats.org/drawingml/2006/main" noGrp="1"/>
          </p:cNvSpPr>
          <p:nvPr/>
        </p:nvSpPr>
        <p:spPr>
          <a:xfrm xmlns:a="http://schemas.openxmlformats.org/drawingml/2006/main">
            <a:off x="685800" y="2095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400" b="1">
                <a:solidFill>
                  <a:srgbClr val="14223B"/>
                </a:solidFill>
                <a:latin typeface="Arial"/>
                <a:ea typeface="Arial"/>
                <a:cs typeface="Arial"/>
              </a:defRPr>
            </a:lvl1pPr>
            <a:lvl2pPr>
              <a:buNone/>
              <a:defRPr sz="2400" b="1">
                <a:solidFill>
                  <a:srgbClr val="14223B"/>
                </a:solidFill>
                <a:latin typeface="Arial"/>
                <a:ea typeface="Arial"/>
                <a:cs typeface="Arial"/>
              </a:defRPr>
            </a:lvl2pPr>
            <a:lvl3pPr>
              <a:buNone/>
              <a:defRPr sz="2400" b="1">
                <a:solidFill>
                  <a:srgbClr val="14223B"/>
                </a:solidFill>
                <a:latin typeface="Arial"/>
                <a:ea typeface="Arial"/>
                <a:cs typeface="Arial"/>
              </a:defRPr>
            </a:lvl3pPr>
            <a:lvl4pPr>
              <a:buNone/>
              <a:defRPr sz="2400" b="1">
                <a:solidFill>
                  <a:srgbClr val="14223B"/>
                </a:solidFill>
                <a:latin typeface="Arial"/>
                <a:ea typeface="Arial"/>
                <a:cs typeface="Arial"/>
              </a:defRPr>
            </a:lvl4pPr>
            <a:lvl5pPr>
              <a:buNone/>
              <a:defRPr sz="2400" b="1">
                <a:solidFill>
                  <a:srgbClr val="14223B"/>
                </a:solidFill>
                <a:latin typeface="Arial"/>
                <a:ea typeface="Arial"/>
                <a:cs typeface="Arial"/>
              </a:defRPr>
            </a:lvl5pPr>
            <a:lvl6pPr>
              <a:buNone/>
              <a:defRPr sz="2400" b="1">
                <a:solidFill>
                  <a:srgbClr val="14223B"/>
                </a:solidFill>
                <a:latin typeface="Arial"/>
                <a:ea typeface="Arial"/>
                <a:cs typeface="Arial"/>
              </a:defRPr>
            </a:lvl6pPr>
            <a:lvl7pPr>
              <a:buNone/>
              <a:defRPr sz="2400" b="1">
                <a:solidFill>
                  <a:srgbClr val="14223B"/>
                </a:solidFill>
                <a:latin typeface="Arial"/>
                <a:ea typeface="Arial"/>
                <a:cs typeface="Arial"/>
              </a:defRPr>
            </a:lvl7pPr>
            <a:lvl8pPr>
              <a:buNone/>
              <a:defRPr sz="2400" b="1">
                <a:solidFill>
                  <a:srgbClr val="14223B"/>
                </a:solidFill>
                <a:latin typeface="Arial"/>
                <a:ea typeface="Arial"/>
                <a:cs typeface="Arial"/>
              </a:defRPr>
            </a:lvl8pPr>
            <a:lvl9pPr>
              <a:buNone/>
              <a:defRPr sz="2400" b="1">
                <a:solidFill>
                  <a:srgbClr val="14223B"/>
                </a:solidFill>
                <a:latin typeface="Arial"/>
                <a:ea typeface="Arial"/>
                <a:cs typeface="Arial"/>
              </a:defRPr>
            </a:lvl9pPr>
          </a:lstStyle>
          <a:p xmlns:a="http://schemas.openxmlformats.org/drawingml/2006/main">
            <a:pPr>
              <a:buNone/>
              <a:defRPr sz="2400" b="1">
                <a:solidFill>
                  <a:srgbClr val="14223B"/>
                </a:solidFill>
                <a:latin typeface="Arial"/>
                <a:ea typeface="Arial"/>
                <a:cs typeface="Arial"/>
              </a:defRPr>
            </a:pPr>
            <a:r>
              <a:rPr sz="2400" b="1">
                <a:solidFill>
                  <a:srgbClr val="14223B"/>
                </a:solidFill>
                <a:latin typeface="Arial"/>
                <a:ea typeface="Arial"/>
                <a:cs typeface="Arial"/>
              </a:rPr>
              <a:t>Сул цаг хайх</a:t>
            </a:r>
          </a:p>
        </p:txBody>
      </p:sp>
      <p:sp>
        <p:nvSpPr>
          <p:cNvPr id="4" name="text-hw4klu-3">
            <a:extLst xmlns:a="http://schemas.openxmlformats.org/drawingml/2006/main">
              <a:ext uri="{FF2B5EF4-FFF2-40B4-BE49-F238E27FC236}">
                <a16:creationId xmlns:a16="http://schemas.microsoft.com/office/drawing/2014/main" id="{48DBD994-D777-4BFC-B8DE-2810F0D92F2B}"/>
              </a:ext>
            </a:extLst>
          </p:cNvPr>
          <p:cNvSpPr>
            <a:spLocks xmlns:a="http://schemas.openxmlformats.org/drawingml/2006/main" noGrp="1"/>
          </p:cNvSpPr>
          <p:nvPr/>
        </p:nvSpPr>
        <p:spPr>
          <a:xfrm xmlns:a="http://schemas.openxmlformats.org/drawingml/2006/main">
            <a:off x="685800" y="271462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00" b="0">
                <a:solidFill>
                  <a:srgbClr val="52637B"/>
                </a:solidFill>
                <a:latin typeface="Arial"/>
                <a:ea typeface="Arial"/>
                <a:cs typeface="Arial"/>
              </a:defRPr>
            </a:lvl1pPr>
            <a:lvl2pPr>
              <a:buNone/>
              <a:defRPr sz="2100" b="0">
                <a:solidFill>
                  <a:srgbClr val="52637B"/>
                </a:solidFill>
                <a:latin typeface="Arial"/>
                <a:ea typeface="Arial"/>
                <a:cs typeface="Arial"/>
              </a:defRPr>
            </a:lvl2pPr>
            <a:lvl3pPr>
              <a:buNone/>
              <a:defRPr sz="2100" b="0">
                <a:solidFill>
                  <a:srgbClr val="52637B"/>
                </a:solidFill>
                <a:latin typeface="Arial"/>
                <a:ea typeface="Arial"/>
                <a:cs typeface="Arial"/>
              </a:defRPr>
            </a:lvl3pPr>
            <a:lvl4pPr>
              <a:buNone/>
              <a:defRPr sz="2100" b="0">
                <a:solidFill>
                  <a:srgbClr val="52637B"/>
                </a:solidFill>
                <a:latin typeface="Arial"/>
                <a:ea typeface="Arial"/>
                <a:cs typeface="Arial"/>
              </a:defRPr>
            </a:lvl4pPr>
            <a:lvl5pPr>
              <a:buNone/>
              <a:defRPr sz="2100" b="0">
                <a:solidFill>
                  <a:srgbClr val="52637B"/>
                </a:solidFill>
                <a:latin typeface="Arial"/>
                <a:ea typeface="Arial"/>
                <a:cs typeface="Arial"/>
              </a:defRPr>
            </a:lvl5pPr>
            <a:lvl6pPr>
              <a:buNone/>
              <a:defRPr sz="2100" b="0">
                <a:solidFill>
                  <a:srgbClr val="52637B"/>
                </a:solidFill>
                <a:latin typeface="Arial"/>
                <a:ea typeface="Arial"/>
                <a:cs typeface="Arial"/>
              </a:defRPr>
            </a:lvl6pPr>
            <a:lvl7pPr>
              <a:buNone/>
              <a:defRPr sz="2100" b="0">
                <a:solidFill>
                  <a:srgbClr val="52637B"/>
                </a:solidFill>
                <a:latin typeface="Arial"/>
                <a:ea typeface="Arial"/>
                <a:cs typeface="Arial"/>
              </a:defRPr>
            </a:lvl7pPr>
            <a:lvl8pPr>
              <a:buNone/>
              <a:defRPr sz="2100" b="0">
                <a:solidFill>
                  <a:srgbClr val="52637B"/>
                </a:solidFill>
                <a:latin typeface="Arial"/>
                <a:ea typeface="Arial"/>
                <a:cs typeface="Arial"/>
              </a:defRPr>
            </a:lvl8pPr>
            <a:lvl9pPr>
              <a:buNone/>
              <a:defRPr sz="2100" b="0">
                <a:solidFill>
                  <a:srgbClr val="52637B"/>
                </a:solidFill>
                <a:latin typeface="Arial"/>
                <a:ea typeface="Arial"/>
                <a:cs typeface="Arial"/>
              </a:defRPr>
            </a:lvl9pPr>
          </a:lstStyle>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Ангилал, дүүрэг, өдөр, өдрийн хэсгээр шүүх</a:t>
            </a:r>
          </a:p>
          <a:p xmlns:a="http://schemas.openxmlformats.org/drawingml/2006/main">
            <a:r>
              <a:t/>
            </a:r>
          </a:p>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Бизнесүүдийг газрын зураг дээр харах</a:t>
            </a:r>
          </a:p>
        </p:txBody>
      </p:sp>
      <p:sp>
        <p:nvSpPr>
          <p:cNvPr id="5" name="text-hw4klu-4">
            <a:extLst xmlns:a="http://schemas.openxmlformats.org/drawingml/2006/main">
              <a:ext uri="{FF2B5EF4-FFF2-40B4-BE49-F238E27FC236}">
                <a16:creationId xmlns:a16="http://schemas.microsoft.com/office/drawing/2014/main" id="{984D4AA0-0A7C-4D75-B780-A67414ADB992}"/>
              </a:ext>
            </a:extLst>
          </p:cNvPr>
          <p:cNvSpPr>
            <a:spLocks xmlns:a="http://schemas.openxmlformats.org/drawingml/2006/main" noGrp="1"/>
          </p:cNvSpPr>
          <p:nvPr/>
        </p:nvSpPr>
        <p:spPr>
          <a:xfrm xmlns:a="http://schemas.openxmlformats.org/drawingml/2006/main">
            <a:off x="6381750" y="2095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400" b="1">
                <a:solidFill>
                  <a:srgbClr val="14223B"/>
                </a:solidFill>
                <a:latin typeface="Arial"/>
                <a:ea typeface="Arial"/>
                <a:cs typeface="Arial"/>
              </a:defRPr>
            </a:lvl1pPr>
            <a:lvl2pPr>
              <a:buNone/>
              <a:defRPr sz="2400" b="1">
                <a:solidFill>
                  <a:srgbClr val="14223B"/>
                </a:solidFill>
                <a:latin typeface="Arial"/>
                <a:ea typeface="Arial"/>
                <a:cs typeface="Arial"/>
              </a:defRPr>
            </a:lvl2pPr>
            <a:lvl3pPr>
              <a:buNone/>
              <a:defRPr sz="2400" b="1">
                <a:solidFill>
                  <a:srgbClr val="14223B"/>
                </a:solidFill>
                <a:latin typeface="Arial"/>
                <a:ea typeface="Arial"/>
                <a:cs typeface="Arial"/>
              </a:defRPr>
            </a:lvl3pPr>
            <a:lvl4pPr>
              <a:buNone/>
              <a:defRPr sz="2400" b="1">
                <a:solidFill>
                  <a:srgbClr val="14223B"/>
                </a:solidFill>
                <a:latin typeface="Arial"/>
                <a:ea typeface="Arial"/>
                <a:cs typeface="Arial"/>
              </a:defRPr>
            </a:lvl4pPr>
            <a:lvl5pPr>
              <a:buNone/>
              <a:defRPr sz="2400" b="1">
                <a:solidFill>
                  <a:srgbClr val="14223B"/>
                </a:solidFill>
                <a:latin typeface="Arial"/>
                <a:ea typeface="Arial"/>
                <a:cs typeface="Arial"/>
              </a:defRPr>
            </a:lvl5pPr>
            <a:lvl6pPr>
              <a:buNone/>
              <a:defRPr sz="2400" b="1">
                <a:solidFill>
                  <a:srgbClr val="14223B"/>
                </a:solidFill>
                <a:latin typeface="Arial"/>
                <a:ea typeface="Arial"/>
                <a:cs typeface="Arial"/>
              </a:defRPr>
            </a:lvl6pPr>
            <a:lvl7pPr>
              <a:buNone/>
              <a:defRPr sz="2400" b="1">
                <a:solidFill>
                  <a:srgbClr val="14223B"/>
                </a:solidFill>
                <a:latin typeface="Arial"/>
                <a:ea typeface="Arial"/>
                <a:cs typeface="Arial"/>
              </a:defRPr>
            </a:lvl7pPr>
            <a:lvl8pPr>
              <a:buNone/>
              <a:defRPr sz="2400" b="1">
                <a:solidFill>
                  <a:srgbClr val="14223B"/>
                </a:solidFill>
                <a:latin typeface="Arial"/>
                <a:ea typeface="Arial"/>
                <a:cs typeface="Arial"/>
              </a:defRPr>
            </a:lvl8pPr>
            <a:lvl9pPr>
              <a:buNone/>
              <a:defRPr sz="2400" b="1">
                <a:solidFill>
                  <a:srgbClr val="14223B"/>
                </a:solidFill>
                <a:latin typeface="Arial"/>
                <a:ea typeface="Arial"/>
                <a:cs typeface="Arial"/>
              </a:defRPr>
            </a:lvl9pPr>
          </a:lstStyle>
          <a:p xmlns:a="http://schemas.openxmlformats.org/drawingml/2006/main">
            <a:pPr>
              <a:buNone/>
              <a:defRPr sz="2400" b="1">
                <a:solidFill>
                  <a:srgbClr val="14223B"/>
                </a:solidFill>
                <a:latin typeface="Arial"/>
                <a:ea typeface="Arial"/>
                <a:cs typeface="Arial"/>
              </a:defRPr>
            </a:pPr>
            <a:r>
              <a:rPr sz="2400" b="1">
                <a:solidFill>
                  <a:srgbClr val="14223B"/>
                </a:solidFill>
                <a:latin typeface="Arial"/>
                <a:ea typeface="Arial"/>
                <a:cs typeface="Arial"/>
              </a:rPr>
              <a:t>Захиалгаа удирдах</a:t>
            </a:r>
          </a:p>
        </p:txBody>
      </p:sp>
      <p:sp>
        <p:nvSpPr>
          <p:cNvPr id="6" name="text-hw4klu-5">
            <a:extLst xmlns:a="http://schemas.openxmlformats.org/drawingml/2006/main">
              <a:ext uri="{FF2B5EF4-FFF2-40B4-BE49-F238E27FC236}">
                <a16:creationId xmlns:a16="http://schemas.microsoft.com/office/drawing/2014/main" id="{12235EE1-8E6C-45DE-AD09-5D30C7AB946C}"/>
              </a:ext>
            </a:extLst>
          </p:cNvPr>
          <p:cNvSpPr>
            <a:spLocks xmlns:a="http://schemas.openxmlformats.org/drawingml/2006/main" noGrp="1"/>
          </p:cNvSpPr>
          <p:nvPr/>
        </p:nvSpPr>
        <p:spPr>
          <a:xfrm xmlns:a="http://schemas.openxmlformats.org/drawingml/2006/main">
            <a:off x="6381750" y="271462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00" b="0">
                <a:solidFill>
                  <a:srgbClr val="52637B"/>
                </a:solidFill>
                <a:latin typeface="Arial"/>
                <a:ea typeface="Arial"/>
                <a:cs typeface="Arial"/>
              </a:defRPr>
            </a:lvl1pPr>
            <a:lvl2pPr>
              <a:buNone/>
              <a:defRPr sz="2100" b="0">
                <a:solidFill>
                  <a:srgbClr val="52637B"/>
                </a:solidFill>
                <a:latin typeface="Arial"/>
                <a:ea typeface="Arial"/>
                <a:cs typeface="Arial"/>
              </a:defRPr>
            </a:lvl2pPr>
            <a:lvl3pPr>
              <a:buNone/>
              <a:defRPr sz="2100" b="0">
                <a:solidFill>
                  <a:srgbClr val="52637B"/>
                </a:solidFill>
                <a:latin typeface="Arial"/>
                <a:ea typeface="Arial"/>
                <a:cs typeface="Arial"/>
              </a:defRPr>
            </a:lvl3pPr>
            <a:lvl4pPr>
              <a:buNone/>
              <a:defRPr sz="2100" b="0">
                <a:solidFill>
                  <a:srgbClr val="52637B"/>
                </a:solidFill>
                <a:latin typeface="Arial"/>
                <a:ea typeface="Arial"/>
                <a:cs typeface="Arial"/>
              </a:defRPr>
            </a:lvl4pPr>
            <a:lvl5pPr>
              <a:buNone/>
              <a:defRPr sz="2100" b="0">
                <a:solidFill>
                  <a:srgbClr val="52637B"/>
                </a:solidFill>
                <a:latin typeface="Arial"/>
                <a:ea typeface="Arial"/>
                <a:cs typeface="Arial"/>
              </a:defRPr>
            </a:lvl5pPr>
            <a:lvl6pPr>
              <a:buNone/>
              <a:defRPr sz="2100" b="0">
                <a:solidFill>
                  <a:srgbClr val="52637B"/>
                </a:solidFill>
                <a:latin typeface="Arial"/>
                <a:ea typeface="Arial"/>
                <a:cs typeface="Arial"/>
              </a:defRPr>
            </a:lvl6pPr>
            <a:lvl7pPr>
              <a:buNone/>
              <a:defRPr sz="2100" b="0">
                <a:solidFill>
                  <a:srgbClr val="52637B"/>
                </a:solidFill>
                <a:latin typeface="Arial"/>
                <a:ea typeface="Arial"/>
                <a:cs typeface="Arial"/>
              </a:defRPr>
            </a:lvl7pPr>
            <a:lvl8pPr>
              <a:buNone/>
              <a:defRPr sz="2100" b="0">
                <a:solidFill>
                  <a:srgbClr val="52637B"/>
                </a:solidFill>
                <a:latin typeface="Arial"/>
                <a:ea typeface="Arial"/>
                <a:cs typeface="Arial"/>
              </a:defRPr>
            </a:lvl8pPr>
            <a:lvl9pPr>
              <a:buNone/>
              <a:defRPr sz="2100" b="0">
                <a:solidFill>
                  <a:srgbClr val="52637B"/>
                </a:solidFill>
                <a:latin typeface="Arial"/>
                <a:ea typeface="Arial"/>
                <a:cs typeface="Arial"/>
              </a:defRPr>
            </a:lvl9pPr>
          </a:lstStyle>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Тасалбар болон үлдсэн хугацааг харах</a:t>
            </a:r>
          </a:p>
          <a:p xmlns:a="http://schemas.openxmlformats.org/drawingml/2006/main">
            <a:r>
              <a:t/>
            </a:r>
          </a:p>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Цуцлах, календарьт нэмэх</a:t>
            </a:r>
          </a:p>
        </p:txBody>
      </p:sp>
      <p:sp>
        <p:nvSpPr>
          <p:cNvPr id="7" name="text-hw4klu-6">
            <a:extLst xmlns:a="http://schemas.openxmlformats.org/drawingml/2006/main">
              <a:ext uri="{FF2B5EF4-FFF2-40B4-BE49-F238E27FC236}">
                <a16:creationId xmlns:a16="http://schemas.microsoft.com/office/drawing/2014/main" id="{2C77B85A-1CE0-4FDA-96D4-5CA0FD377F1E}"/>
              </a:ext>
            </a:extLst>
          </p:cNvPr>
          <p:cNvSpPr>
            <a:spLocks xmlns:a="http://schemas.openxmlformats.org/drawingml/2006/main" noGrp="1"/>
          </p:cNvSpPr>
          <p:nvPr/>
        </p:nvSpPr>
        <p:spPr>
          <a:xfrm xmlns:a="http://schemas.openxmlformats.org/drawingml/2006/main">
            <a:off x="685800" y="56578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250" b="1">
                <a:solidFill>
                  <a:srgbClr val="2459DA"/>
                </a:solidFill>
                <a:latin typeface="Arial"/>
                <a:ea typeface="Arial"/>
                <a:cs typeface="Arial"/>
              </a:defRPr>
            </a:lvl1pPr>
            <a:lvl2pPr>
              <a:buNone/>
              <a:defRPr sz="2250" b="1">
                <a:solidFill>
                  <a:srgbClr val="2459DA"/>
                </a:solidFill>
                <a:latin typeface="Arial"/>
                <a:ea typeface="Arial"/>
                <a:cs typeface="Arial"/>
              </a:defRPr>
            </a:lvl2pPr>
            <a:lvl3pPr>
              <a:buNone/>
              <a:defRPr sz="2250" b="1">
                <a:solidFill>
                  <a:srgbClr val="2459DA"/>
                </a:solidFill>
                <a:latin typeface="Arial"/>
                <a:ea typeface="Arial"/>
                <a:cs typeface="Arial"/>
              </a:defRPr>
            </a:lvl3pPr>
            <a:lvl4pPr>
              <a:buNone/>
              <a:defRPr sz="2250" b="1">
                <a:solidFill>
                  <a:srgbClr val="2459DA"/>
                </a:solidFill>
                <a:latin typeface="Arial"/>
                <a:ea typeface="Arial"/>
                <a:cs typeface="Arial"/>
              </a:defRPr>
            </a:lvl4pPr>
            <a:lvl5pPr>
              <a:buNone/>
              <a:defRPr sz="2250" b="1">
                <a:solidFill>
                  <a:srgbClr val="2459DA"/>
                </a:solidFill>
                <a:latin typeface="Arial"/>
                <a:ea typeface="Arial"/>
                <a:cs typeface="Arial"/>
              </a:defRPr>
            </a:lvl5pPr>
            <a:lvl6pPr>
              <a:buNone/>
              <a:defRPr sz="2250" b="1">
                <a:solidFill>
                  <a:srgbClr val="2459DA"/>
                </a:solidFill>
                <a:latin typeface="Arial"/>
                <a:ea typeface="Arial"/>
                <a:cs typeface="Arial"/>
              </a:defRPr>
            </a:lvl6pPr>
            <a:lvl7pPr>
              <a:buNone/>
              <a:defRPr sz="2250" b="1">
                <a:solidFill>
                  <a:srgbClr val="2459DA"/>
                </a:solidFill>
                <a:latin typeface="Arial"/>
                <a:ea typeface="Arial"/>
                <a:cs typeface="Arial"/>
              </a:defRPr>
            </a:lvl7pPr>
            <a:lvl8pPr>
              <a:buNone/>
              <a:defRPr sz="2250" b="1">
                <a:solidFill>
                  <a:srgbClr val="2459DA"/>
                </a:solidFill>
                <a:latin typeface="Arial"/>
                <a:ea typeface="Arial"/>
                <a:cs typeface="Arial"/>
              </a:defRPr>
            </a:lvl8pPr>
            <a:lvl9pPr>
              <a:buNone/>
              <a:defRPr sz="2250" b="1">
                <a:solidFill>
                  <a:srgbClr val="2459DA"/>
                </a:solidFill>
                <a:latin typeface="Arial"/>
                <a:ea typeface="Arial"/>
                <a:cs typeface="Arial"/>
              </a:defRPr>
            </a:lvl9pPr>
          </a:lstStyle>
          <a:p xmlns:a="http://schemas.openxmlformats.org/drawingml/2006/main">
            <a:pPr>
              <a:buNone/>
              <a:defRPr sz="2250" b="1">
                <a:solidFill>
                  <a:srgbClr val="2459DA"/>
                </a:solidFill>
                <a:latin typeface="Arial"/>
                <a:ea typeface="Arial"/>
                <a:cs typeface="Arial"/>
              </a:defRPr>
            </a:pPr>
            <a:r>
              <a:rPr sz="2250" b="1">
                <a:solidFill>
                  <a:srgbClr val="2459DA"/>
                </a:solidFill>
                <a:latin typeface="Arial"/>
                <a:ea typeface="Arial"/>
                <a:cs typeface="Arial"/>
              </a:rPr>
              <a:t>MN / EN хэл, цайвар болон бараан горим</a:t>
            </a:r>
          </a:p>
        </p:txBody>
      </p:sp>
    </p:spTree>
    <p:extLst>
      <p:ext uri="{BB962C8B-B14F-4D97-AF65-F5344CB8AC3E}">
        <p14:creationId xmlns:p14="http://schemas.microsoft.com/office/powerpoint/2010/main" val="1722585153"/>
      </p:ext>
    </p:extLst>
  </p:cSld>
</p:sld>
</file>

<file path=ppt/slides/slide6.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8" name="text-dw06yi-0">
            <a:extLst xmlns:a="http://schemas.openxmlformats.org/drawingml/2006/main">
              <a:ext uri="{FF2B5EF4-FFF2-40B4-BE49-F238E27FC236}">
                <a16:creationId xmlns:a16="http://schemas.microsoft.com/office/drawing/2014/main" id="{614A810A-3E9B-463D-94B3-6D76829D1A3F}"/>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3450" b="1">
                <a:solidFill>
                  <a:srgbClr val="14223B"/>
                </a:solidFill>
                <a:latin typeface="Arial"/>
                <a:ea typeface="Arial"/>
                <a:cs typeface="Arial"/>
              </a:defRPr>
            </a:lvl1pPr>
            <a:lvl2pPr>
              <a:buNone/>
              <a:defRPr sz="3450" b="1">
                <a:solidFill>
                  <a:srgbClr val="14223B"/>
                </a:solidFill>
                <a:latin typeface="Arial"/>
                <a:ea typeface="Arial"/>
                <a:cs typeface="Arial"/>
              </a:defRPr>
            </a:lvl2pPr>
            <a:lvl3pPr>
              <a:buNone/>
              <a:defRPr sz="3450" b="1">
                <a:solidFill>
                  <a:srgbClr val="14223B"/>
                </a:solidFill>
                <a:latin typeface="Arial"/>
                <a:ea typeface="Arial"/>
                <a:cs typeface="Arial"/>
              </a:defRPr>
            </a:lvl3pPr>
            <a:lvl4pPr>
              <a:buNone/>
              <a:defRPr sz="3450" b="1">
                <a:solidFill>
                  <a:srgbClr val="14223B"/>
                </a:solidFill>
                <a:latin typeface="Arial"/>
                <a:ea typeface="Arial"/>
                <a:cs typeface="Arial"/>
              </a:defRPr>
            </a:lvl4pPr>
            <a:lvl5pPr>
              <a:buNone/>
              <a:defRPr sz="3450" b="1">
                <a:solidFill>
                  <a:srgbClr val="14223B"/>
                </a:solidFill>
                <a:latin typeface="Arial"/>
                <a:ea typeface="Arial"/>
                <a:cs typeface="Arial"/>
              </a:defRPr>
            </a:lvl5pPr>
            <a:lvl6pPr>
              <a:buNone/>
              <a:defRPr sz="3450" b="1">
                <a:solidFill>
                  <a:srgbClr val="14223B"/>
                </a:solidFill>
                <a:latin typeface="Arial"/>
                <a:ea typeface="Arial"/>
                <a:cs typeface="Arial"/>
              </a:defRPr>
            </a:lvl6pPr>
            <a:lvl7pPr>
              <a:buNone/>
              <a:defRPr sz="3450" b="1">
                <a:solidFill>
                  <a:srgbClr val="14223B"/>
                </a:solidFill>
                <a:latin typeface="Arial"/>
                <a:ea typeface="Arial"/>
                <a:cs typeface="Arial"/>
              </a:defRPr>
            </a:lvl7pPr>
            <a:lvl8pPr>
              <a:buNone/>
              <a:defRPr sz="3450" b="1">
                <a:solidFill>
                  <a:srgbClr val="14223B"/>
                </a:solidFill>
                <a:latin typeface="Arial"/>
                <a:ea typeface="Arial"/>
                <a:cs typeface="Arial"/>
              </a:defRPr>
            </a:lvl8pPr>
            <a:lvl9pPr>
              <a:buNone/>
              <a:defRPr sz="3450" b="1">
                <a:solidFill>
                  <a:srgbClr val="14223B"/>
                </a:solidFill>
                <a:latin typeface="Arial"/>
                <a:ea typeface="Arial"/>
                <a:cs typeface="Arial"/>
              </a:defRPr>
            </a:lvl9pPr>
          </a:lstStyle>
          <a:p xmlns:a="http://schemas.openxmlformats.org/drawingml/2006/main">
            <a:pPr>
              <a:buNone/>
              <a:defRPr sz="3450" b="1">
                <a:solidFill>
                  <a:srgbClr val="14223B"/>
                </a:solidFill>
                <a:latin typeface="Arial"/>
                <a:ea typeface="Arial"/>
                <a:cs typeface="Arial"/>
              </a:defRPr>
            </a:pPr>
            <a:r>
              <a:rPr sz="3450" b="1">
                <a:solidFill>
                  <a:srgbClr val="14223B"/>
                </a:solidFill>
                <a:latin typeface="Arial"/>
                <a:ea typeface="Arial"/>
                <a:cs typeface="Arial"/>
              </a:rPr>
              <a:t>Бизнесийн удирдлага</a:t>
            </a:r>
          </a:p>
        </p:txBody>
      </p:sp>
      <p:sp>
        <p:nvSpPr>
          <p:cNvPr id="2" name="text-dw06yi-1">
            <a:extLst xmlns:a="http://schemas.openxmlformats.org/drawingml/2006/main">
              <a:ext uri="{FF2B5EF4-FFF2-40B4-BE49-F238E27FC236}">
                <a16:creationId xmlns:a16="http://schemas.microsoft.com/office/drawing/2014/main" id="{08DAE925-E06A-4A18-A314-B394B44DA367}"/>
              </a:ext>
            </a:extLst>
          </p:cNvPr>
          <p:cNvSpPr>
            <a:spLocks xmlns:a="http://schemas.openxmlformats.org/drawingml/2006/main" noGrp="1"/>
          </p:cNvSpPr>
          <p:nvPr/>
        </p:nvSpPr>
        <p:spPr>
          <a:xfrm xmlns:a="http://schemas.openxmlformats.org/drawingml/2006/main">
            <a:off x="109347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350" b="0">
                <a:solidFill>
                  <a:srgbClr val="52637B"/>
                </a:solidFill>
                <a:latin typeface="Arial"/>
                <a:ea typeface="Arial"/>
                <a:cs typeface="Arial"/>
              </a:defRPr>
            </a:lvl1pPr>
            <a:lvl2pPr>
              <a:buNone/>
              <a:defRPr sz="1350" b="0">
                <a:solidFill>
                  <a:srgbClr val="52637B"/>
                </a:solidFill>
                <a:latin typeface="Arial"/>
                <a:ea typeface="Arial"/>
                <a:cs typeface="Arial"/>
              </a:defRPr>
            </a:lvl2pPr>
            <a:lvl3pPr>
              <a:buNone/>
              <a:defRPr sz="1350" b="0">
                <a:solidFill>
                  <a:srgbClr val="52637B"/>
                </a:solidFill>
                <a:latin typeface="Arial"/>
                <a:ea typeface="Arial"/>
                <a:cs typeface="Arial"/>
              </a:defRPr>
            </a:lvl3pPr>
            <a:lvl4pPr>
              <a:buNone/>
              <a:defRPr sz="1350" b="0">
                <a:solidFill>
                  <a:srgbClr val="52637B"/>
                </a:solidFill>
                <a:latin typeface="Arial"/>
                <a:ea typeface="Arial"/>
                <a:cs typeface="Arial"/>
              </a:defRPr>
            </a:lvl4pPr>
            <a:lvl5pPr>
              <a:buNone/>
              <a:defRPr sz="1350" b="0">
                <a:solidFill>
                  <a:srgbClr val="52637B"/>
                </a:solidFill>
                <a:latin typeface="Arial"/>
                <a:ea typeface="Arial"/>
                <a:cs typeface="Arial"/>
              </a:defRPr>
            </a:lvl5pPr>
            <a:lvl6pPr>
              <a:buNone/>
              <a:defRPr sz="1350" b="0">
                <a:solidFill>
                  <a:srgbClr val="52637B"/>
                </a:solidFill>
                <a:latin typeface="Arial"/>
                <a:ea typeface="Arial"/>
                <a:cs typeface="Arial"/>
              </a:defRPr>
            </a:lvl6pPr>
            <a:lvl7pPr>
              <a:buNone/>
              <a:defRPr sz="1350" b="0">
                <a:solidFill>
                  <a:srgbClr val="52637B"/>
                </a:solidFill>
                <a:latin typeface="Arial"/>
                <a:ea typeface="Arial"/>
                <a:cs typeface="Arial"/>
              </a:defRPr>
            </a:lvl7pPr>
            <a:lvl8pPr>
              <a:buNone/>
              <a:defRPr sz="1350" b="0">
                <a:solidFill>
                  <a:srgbClr val="52637B"/>
                </a:solidFill>
                <a:latin typeface="Arial"/>
                <a:ea typeface="Arial"/>
                <a:cs typeface="Arial"/>
              </a:defRPr>
            </a:lvl8pPr>
            <a:lvl9pPr>
              <a:buNone/>
              <a:defRPr sz="1350" b="0">
                <a:solidFill>
                  <a:srgbClr val="52637B"/>
                </a:solidFill>
                <a:latin typeface="Arial"/>
                <a:ea typeface="Arial"/>
                <a:cs typeface="Arial"/>
              </a:defRPr>
            </a:lvl9pPr>
          </a:lstStyle>
          <a:p xmlns:a="http://schemas.openxmlformats.org/drawingml/2006/main">
            <a:pPr>
              <a:buNone/>
              <a:defRPr sz="1350" b="0">
                <a:solidFill>
                  <a:srgbClr val="52637B"/>
                </a:solidFill>
                <a:latin typeface="Arial"/>
                <a:ea typeface="Arial"/>
                <a:cs typeface="Arial"/>
              </a:defRPr>
            </a:pPr>
            <a:r>
              <a:rPr sz="1350" b="0">
                <a:solidFill>
                  <a:srgbClr val="52637B"/>
                </a:solidFill>
                <a:latin typeface="Arial"/>
                <a:ea typeface="Arial"/>
                <a:cs typeface="Arial"/>
              </a:rPr>
              <a:t>06</a:t>
            </a:r>
          </a:p>
        </p:txBody>
      </p:sp>
      <p:sp>
        <p:nvSpPr>
          <p:cNvPr id="3" name="text-dw06yi-2">
            <a:extLst xmlns:a="http://schemas.openxmlformats.org/drawingml/2006/main">
              <a:ext uri="{FF2B5EF4-FFF2-40B4-BE49-F238E27FC236}">
                <a16:creationId xmlns:a16="http://schemas.microsoft.com/office/drawing/2014/main" id="{CFFB2BD5-501B-4D6E-BDE9-33D3B98201AA}"/>
              </a:ext>
            </a:extLst>
          </p:cNvPr>
          <p:cNvSpPr>
            <a:spLocks xmlns:a="http://schemas.openxmlformats.org/drawingml/2006/main" noGrp="1"/>
          </p:cNvSpPr>
          <p:nvPr/>
        </p:nvSpPr>
        <p:spPr>
          <a:xfrm xmlns:a="http://schemas.openxmlformats.org/drawingml/2006/main">
            <a:off x="685800" y="2019300"/>
            <a:ext cx="2095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0800" b="1">
                <a:solidFill>
                  <a:srgbClr val="2459DA"/>
                </a:solidFill>
                <a:latin typeface="Arial"/>
                <a:ea typeface="Arial"/>
                <a:cs typeface="Arial"/>
              </a:defRPr>
            </a:lvl1pPr>
            <a:lvl2pPr>
              <a:buNone/>
              <a:defRPr sz="10800" b="1">
                <a:solidFill>
                  <a:srgbClr val="2459DA"/>
                </a:solidFill>
                <a:latin typeface="Arial"/>
                <a:ea typeface="Arial"/>
                <a:cs typeface="Arial"/>
              </a:defRPr>
            </a:lvl2pPr>
            <a:lvl3pPr>
              <a:buNone/>
              <a:defRPr sz="10800" b="1">
                <a:solidFill>
                  <a:srgbClr val="2459DA"/>
                </a:solidFill>
                <a:latin typeface="Arial"/>
                <a:ea typeface="Arial"/>
                <a:cs typeface="Arial"/>
              </a:defRPr>
            </a:lvl3pPr>
            <a:lvl4pPr>
              <a:buNone/>
              <a:defRPr sz="10800" b="1">
                <a:solidFill>
                  <a:srgbClr val="2459DA"/>
                </a:solidFill>
                <a:latin typeface="Arial"/>
                <a:ea typeface="Arial"/>
                <a:cs typeface="Arial"/>
              </a:defRPr>
            </a:lvl4pPr>
            <a:lvl5pPr>
              <a:buNone/>
              <a:defRPr sz="10800" b="1">
                <a:solidFill>
                  <a:srgbClr val="2459DA"/>
                </a:solidFill>
                <a:latin typeface="Arial"/>
                <a:ea typeface="Arial"/>
                <a:cs typeface="Arial"/>
              </a:defRPr>
            </a:lvl5pPr>
            <a:lvl6pPr>
              <a:buNone/>
              <a:defRPr sz="10800" b="1">
                <a:solidFill>
                  <a:srgbClr val="2459DA"/>
                </a:solidFill>
                <a:latin typeface="Arial"/>
                <a:ea typeface="Arial"/>
                <a:cs typeface="Arial"/>
              </a:defRPr>
            </a:lvl6pPr>
            <a:lvl7pPr>
              <a:buNone/>
              <a:defRPr sz="10800" b="1">
                <a:solidFill>
                  <a:srgbClr val="2459DA"/>
                </a:solidFill>
                <a:latin typeface="Arial"/>
                <a:ea typeface="Arial"/>
                <a:cs typeface="Arial"/>
              </a:defRPr>
            </a:lvl7pPr>
            <a:lvl8pPr>
              <a:buNone/>
              <a:defRPr sz="10800" b="1">
                <a:solidFill>
                  <a:srgbClr val="2459DA"/>
                </a:solidFill>
                <a:latin typeface="Arial"/>
                <a:ea typeface="Arial"/>
                <a:cs typeface="Arial"/>
              </a:defRPr>
            </a:lvl8pPr>
            <a:lvl9pPr>
              <a:buNone/>
              <a:defRPr sz="10800" b="1">
                <a:solidFill>
                  <a:srgbClr val="2459DA"/>
                </a:solidFill>
                <a:latin typeface="Arial"/>
                <a:ea typeface="Arial"/>
                <a:cs typeface="Arial"/>
              </a:defRPr>
            </a:lvl9pPr>
          </a:lstStyle>
          <a:p xmlns:a="http://schemas.openxmlformats.org/drawingml/2006/main">
            <a:pPr>
              <a:buNone/>
              <a:defRPr sz="10800" b="1">
                <a:solidFill>
                  <a:srgbClr val="2459DA"/>
                </a:solidFill>
                <a:latin typeface="Arial"/>
                <a:ea typeface="Arial"/>
                <a:cs typeface="Arial"/>
              </a:defRPr>
            </a:pPr>
            <a:r>
              <a:rPr sz="10800" b="1">
                <a:solidFill>
                  <a:srgbClr val="2459DA"/>
                </a:solidFill>
                <a:latin typeface="Arial"/>
                <a:ea typeface="Arial"/>
                <a:cs typeface="Arial"/>
              </a:rPr>
              <a:t>6</a:t>
            </a:r>
          </a:p>
        </p:txBody>
      </p:sp>
      <p:sp>
        <p:nvSpPr>
          <p:cNvPr id="4" name="text-dw06yi-3">
            <a:extLst xmlns:a="http://schemas.openxmlformats.org/drawingml/2006/main">
              <a:ext uri="{FF2B5EF4-FFF2-40B4-BE49-F238E27FC236}">
                <a16:creationId xmlns:a16="http://schemas.microsoft.com/office/drawing/2014/main" id="{0E58AEFA-7045-4C2C-871C-7F35E9E2EF63}"/>
              </a:ext>
            </a:extLst>
          </p:cNvPr>
          <p:cNvSpPr>
            <a:spLocks xmlns:a="http://schemas.openxmlformats.org/drawingml/2006/main" noGrp="1"/>
          </p:cNvSpPr>
          <p:nvPr/>
        </p:nvSpPr>
        <p:spPr>
          <a:xfrm xmlns:a="http://schemas.openxmlformats.org/drawingml/2006/main">
            <a:off x="685800" y="3733800"/>
            <a:ext cx="438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700" b="1">
                <a:solidFill>
                  <a:srgbClr val="14223B"/>
                </a:solidFill>
                <a:latin typeface="Arial"/>
                <a:ea typeface="Arial"/>
                <a:cs typeface="Arial"/>
              </a:defRPr>
            </a:lvl1pPr>
            <a:lvl2pPr>
              <a:buNone/>
              <a:defRPr sz="2700" b="1">
                <a:solidFill>
                  <a:srgbClr val="14223B"/>
                </a:solidFill>
                <a:latin typeface="Arial"/>
                <a:ea typeface="Arial"/>
                <a:cs typeface="Arial"/>
              </a:defRPr>
            </a:lvl2pPr>
            <a:lvl3pPr>
              <a:buNone/>
              <a:defRPr sz="2700" b="1">
                <a:solidFill>
                  <a:srgbClr val="14223B"/>
                </a:solidFill>
                <a:latin typeface="Arial"/>
                <a:ea typeface="Arial"/>
                <a:cs typeface="Arial"/>
              </a:defRPr>
            </a:lvl3pPr>
            <a:lvl4pPr>
              <a:buNone/>
              <a:defRPr sz="2700" b="1">
                <a:solidFill>
                  <a:srgbClr val="14223B"/>
                </a:solidFill>
                <a:latin typeface="Arial"/>
                <a:ea typeface="Arial"/>
                <a:cs typeface="Arial"/>
              </a:defRPr>
            </a:lvl4pPr>
            <a:lvl5pPr>
              <a:buNone/>
              <a:defRPr sz="2700" b="1">
                <a:solidFill>
                  <a:srgbClr val="14223B"/>
                </a:solidFill>
                <a:latin typeface="Arial"/>
                <a:ea typeface="Arial"/>
                <a:cs typeface="Arial"/>
              </a:defRPr>
            </a:lvl5pPr>
            <a:lvl6pPr>
              <a:buNone/>
              <a:defRPr sz="2700" b="1">
                <a:solidFill>
                  <a:srgbClr val="14223B"/>
                </a:solidFill>
                <a:latin typeface="Arial"/>
                <a:ea typeface="Arial"/>
                <a:cs typeface="Arial"/>
              </a:defRPr>
            </a:lvl6pPr>
            <a:lvl7pPr>
              <a:buNone/>
              <a:defRPr sz="2700" b="1">
                <a:solidFill>
                  <a:srgbClr val="14223B"/>
                </a:solidFill>
                <a:latin typeface="Arial"/>
                <a:ea typeface="Arial"/>
                <a:cs typeface="Arial"/>
              </a:defRPr>
            </a:lvl7pPr>
            <a:lvl8pPr>
              <a:buNone/>
              <a:defRPr sz="2700" b="1">
                <a:solidFill>
                  <a:srgbClr val="14223B"/>
                </a:solidFill>
                <a:latin typeface="Arial"/>
                <a:ea typeface="Arial"/>
                <a:cs typeface="Arial"/>
              </a:defRPr>
            </a:lvl8pPr>
            <a:lvl9pPr>
              <a:buNone/>
              <a:defRPr sz="2700" b="1">
                <a:solidFill>
                  <a:srgbClr val="14223B"/>
                </a:solidFill>
                <a:latin typeface="Arial"/>
                <a:ea typeface="Arial"/>
                <a:cs typeface="Arial"/>
              </a:defRPr>
            </a:lvl9pPr>
          </a:lstStyle>
          <a:p xmlns:a="http://schemas.openxmlformats.org/drawingml/2006/main">
            <a:pPr>
              <a:buNone/>
              <a:defRPr sz="2700" b="1">
                <a:solidFill>
                  <a:srgbClr val="14223B"/>
                </a:solidFill>
                <a:latin typeface="Arial"/>
                <a:ea typeface="Arial"/>
                <a:cs typeface="Arial"/>
              </a:defRPr>
            </a:pPr>
            <a:r>
              <a:rPr sz="2700" b="1">
                <a:solidFill>
                  <a:srgbClr val="14223B"/>
                </a:solidFill>
                <a:latin typeface="Arial"/>
                <a:ea typeface="Arial"/>
                <a:cs typeface="Arial"/>
              </a:rPr>
              <a:t>алхамтай бүртгэл</a:t>
            </a:r>
          </a:p>
        </p:txBody>
      </p:sp>
      <p:sp>
        <p:nvSpPr>
          <p:cNvPr id="5" name="text-dw06yi-4">
            <a:extLst xmlns:a="http://schemas.openxmlformats.org/drawingml/2006/main">
              <a:ext uri="{FF2B5EF4-FFF2-40B4-BE49-F238E27FC236}">
                <a16:creationId xmlns:a16="http://schemas.microsoft.com/office/drawing/2014/main" id="{36991FE7-27D7-4F99-BBBD-E658A18ED887}"/>
              </a:ext>
            </a:extLst>
          </p:cNvPr>
          <p:cNvSpPr>
            <a:spLocks xmlns:a="http://schemas.openxmlformats.org/drawingml/2006/main" noGrp="1"/>
          </p:cNvSpPr>
          <p:nvPr/>
        </p:nvSpPr>
        <p:spPr>
          <a:xfrm xmlns:a="http://schemas.openxmlformats.org/drawingml/2006/main">
            <a:off x="685800" y="4486275"/>
            <a:ext cx="419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00" b="0">
                <a:solidFill>
                  <a:srgbClr val="52637B"/>
                </a:solidFill>
                <a:latin typeface="Arial"/>
                <a:ea typeface="Arial"/>
                <a:cs typeface="Arial"/>
              </a:defRPr>
            </a:lvl1pPr>
            <a:lvl2pPr>
              <a:buNone/>
              <a:defRPr sz="2100" b="0">
                <a:solidFill>
                  <a:srgbClr val="52637B"/>
                </a:solidFill>
                <a:latin typeface="Arial"/>
                <a:ea typeface="Arial"/>
                <a:cs typeface="Arial"/>
              </a:defRPr>
            </a:lvl2pPr>
            <a:lvl3pPr>
              <a:buNone/>
              <a:defRPr sz="2100" b="0">
                <a:solidFill>
                  <a:srgbClr val="52637B"/>
                </a:solidFill>
                <a:latin typeface="Arial"/>
                <a:ea typeface="Arial"/>
                <a:cs typeface="Arial"/>
              </a:defRPr>
            </a:lvl3pPr>
            <a:lvl4pPr>
              <a:buNone/>
              <a:defRPr sz="2100" b="0">
                <a:solidFill>
                  <a:srgbClr val="52637B"/>
                </a:solidFill>
                <a:latin typeface="Arial"/>
                <a:ea typeface="Arial"/>
                <a:cs typeface="Arial"/>
              </a:defRPr>
            </a:lvl4pPr>
            <a:lvl5pPr>
              <a:buNone/>
              <a:defRPr sz="2100" b="0">
                <a:solidFill>
                  <a:srgbClr val="52637B"/>
                </a:solidFill>
                <a:latin typeface="Arial"/>
                <a:ea typeface="Arial"/>
                <a:cs typeface="Arial"/>
              </a:defRPr>
            </a:lvl5pPr>
            <a:lvl6pPr>
              <a:buNone/>
              <a:defRPr sz="2100" b="0">
                <a:solidFill>
                  <a:srgbClr val="52637B"/>
                </a:solidFill>
                <a:latin typeface="Arial"/>
                <a:ea typeface="Arial"/>
                <a:cs typeface="Arial"/>
              </a:defRPr>
            </a:lvl6pPr>
            <a:lvl7pPr>
              <a:buNone/>
              <a:defRPr sz="2100" b="0">
                <a:solidFill>
                  <a:srgbClr val="52637B"/>
                </a:solidFill>
                <a:latin typeface="Arial"/>
                <a:ea typeface="Arial"/>
                <a:cs typeface="Arial"/>
              </a:defRPr>
            </a:lvl7pPr>
            <a:lvl8pPr>
              <a:buNone/>
              <a:defRPr sz="2100" b="0">
                <a:solidFill>
                  <a:srgbClr val="52637B"/>
                </a:solidFill>
                <a:latin typeface="Arial"/>
                <a:ea typeface="Arial"/>
                <a:cs typeface="Arial"/>
              </a:defRPr>
            </a:lvl8pPr>
            <a:lvl9pPr>
              <a:buNone/>
              <a:defRPr sz="2100" b="0">
                <a:solidFill>
                  <a:srgbClr val="52637B"/>
                </a:solidFill>
                <a:latin typeface="Arial"/>
                <a:ea typeface="Arial"/>
                <a:cs typeface="Arial"/>
              </a:defRPr>
            </a:lvl9pPr>
          </a:lstStyle>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Ноорог автоматаар хадгалагдана</a:t>
            </a:r>
          </a:p>
        </p:txBody>
      </p:sp>
      <p:sp>
        <p:nvSpPr>
          <p:cNvPr id="6" name="text-dw06yi-5">
            <a:extLst xmlns:a="http://schemas.openxmlformats.org/drawingml/2006/main">
              <a:ext uri="{FF2B5EF4-FFF2-40B4-BE49-F238E27FC236}">
                <a16:creationId xmlns:a16="http://schemas.microsoft.com/office/drawing/2014/main" id="{8CD2A181-6121-43E6-8B3B-2724F05F027C}"/>
              </a:ext>
            </a:extLst>
          </p:cNvPr>
          <p:cNvSpPr>
            <a:spLocks xmlns:a="http://schemas.openxmlformats.org/drawingml/2006/main" noGrp="1"/>
          </p:cNvSpPr>
          <p:nvPr/>
        </p:nvSpPr>
        <p:spPr>
          <a:xfrm xmlns:a="http://schemas.openxmlformats.org/drawingml/2006/main">
            <a:off x="6096000" y="2143125"/>
            <a:ext cx="5410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700" b="1">
                <a:solidFill>
                  <a:srgbClr val="14223B"/>
                </a:solidFill>
                <a:latin typeface="Arial"/>
                <a:ea typeface="Arial"/>
                <a:cs typeface="Arial"/>
              </a:defRPr>
            </a:lvl1pPr>
            <a:lvl2pPr>
              <a:buNone/>
              <a:defRPr sz="2700" b="1">
                <a:solidFill>
                  <a:srgbClr val="14223B"/>
                </a:solidFill>
                <a:latin typeface="Arial"/>
                <a:ea typeface="Arial"/>
                <a:cs typeface="Arial"/>
              </a:defRPr>
            </a:lvl2pPr>
            <a:lvl3pPr>
              <a:buNone/>
              <a:defRPr sz="2700" b="1">
                <a:solidFill>
                  <a:srgbClr val="14223B"/>
                </a:solidFill>
                <a:latin typeface="Arial"/>
                <a:ea typeface="Arial"/>
                <a:cs typeface="Arial"/>
              </a:defRPr>
            </a:lvl3pPr>
            <a:lvl4pPr>
              <a:buNone/>
              <a:defRPr sz="2700" b="1">
                <a:solidFill>
                  <a:srgbClr val="14223B"/>
                </a:solidFill>
                <a:latin typeface="Arial"/>
                <a:ea typeface="Arial"/>
                <a:cs typeface="Arial"/>
              </a:defRPr>
            </a:lvl4pPr>
            <a:lvl5pPr>
              <a:buNone/>
              <a:defRPr sz="2700" b="1">
                <a:solidFill>
                  <a:srgbClr val="14223B"/>
                </a:solidFill>
                <a:latin typeface="Arial"/>
                <a:ea typeface="Arial"/>
                <a:cs typeface="Arial"/>
              </a:defRPr>
            </a:lvl5pPr>
            <a:lvl6pPr>
              <a:buNone/>
              <a:defRPr sz="2700" b="1">
                <a:solidFill>
                  <a:srgbClr val="14223B"/>
                </a:solidFill>
                <a:latin typeface="Arial"/>
                <a:ea typeface="Arial"/>
                <a:cs typeface="Arial"/>
              </a:defRPr>
            </a:lvl6pPr>
            <a:lvl7pPr>
              <a:buNone/>
              <a:defRPr sz="2700" b="1">
                <a:solidFill>
                  <a:srgbClr val="14223B"/>
                </a:solidFill>
                <a:latin typeface="Arial"/>
                <a:ea typeface="Arial"/>
                <a:cs typeface="Arial"/>
              </a:defRPr>
            </a:lvl7pPr>
            <a:lvl8pPr>
              <a:buNone/>
              <a:defRPr sz="2700" b="1">
                <a:solidFill>
                  <a:srgbClr val="14223B"/>
                </a:solidFill>
                <a:latin typeface="Arial"/>
                <a:ea typeface="Arial"/>
                <a:cs typeface="Arial"/>
              </a:defRPr>
            </a:lvl8pPr>
            <a:lvl9pPr>
              <a:buNone/>
              <a:defRPr sz="2700" b="1">
                <a:solidFill>
                  <a:srgbClr val="14223B"/>
                </a:solidFill>
                <a:latin typeface="Arial"/>
                <a:ea typeface="Arial"/>
                <a:cs typeface="Arial"/>
              </a:defRPr>
            </a:lvl9pPr>
          </a:lstStyle>
          <a:p xmlns:a="http://schemas.openxmlformats.org/drawingml/2006/main">
            <a:pPr>
              <a:buNone/>
              <a:defRPr sz="2700" b="1">
                <a:solidFill>
                  <a:srgbClr val="14223B"/>
                </a:solidFill>
                <a:latin typeface="Arial"/>
                <a:ea typeface="Arial"/>
                <a:cs typeface="Arial"/>
              </a:defRPr>
            </a:pPr>
            <a:r>
              <a:rPr sz="2700" b="1">
                <a:solidFill>
                  <a:srgbClr val="14223B"/>
                </a:solidFill>
                <a:latin typeface="Arial"/>
                <a:ea typeface="Arial"/>
                <a:cs typeface="Arial"/>
              </a:rPr>
              <a:t>Удирдлагын самбар</a:t>
            </a:r>
          </a:p>
        </p:txBody>
      </p:sp>
      <p:sp>
        <p:nvSpPr>
          <p:cNvPr id="7" name="text-dw06yi-6">
            <a:extLst xmlns:a="http://schemas.openxmlformats.org/drawingml/2006/main">
              <a:ext uri="{FF2B5EF4-FFF2-40B4-BE49-F238E27FC236}">
                <a16:creationId xmlns:a16="http://schemas.microsoft.com/office/drawing/2014/main" id="{6A0D218C-244C-4A48-8992-869E14FAD5DE}"/>
              </a:ext>
            </a:extLst>
          </p:cNvPr>
          <p:cNvSpPr>
            <a:spLocks xmlns:a="http://schemas.openxmlformats.org/drawingml/2006/main" noGrp="1"/>
          </p:cNvSpPr>
          <p:nvPr/>
        </p:nvSpPr>
        <p:spPr>
          <a:xfrm xmlns:a="http://schemas.openxmlformats.org/drawingml/2006/main">
            <a:off x="6096000" y="3048000"/>
            <a:ext cx="54102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00" b="0">
                <a:solidFill>
                  <a:srgbClr val="52637B"/>
                </a:solidFill>
                <a:latin typeface="Arial"/>
                <a:ea typeface="Arial"/>
                <a:cs typeface="Arial"/>
              </a:defRPr>
            </a:lvl1pPr>
            <a:lvl2pPr>
              <a:buNone/>
              <a:defRPr sz="2100" b="0">
                <a:solidFill>
                  <a:srgbClr val="52637B"/>
                </a:solidFill>
                <a:latin typeface="Arial"/>
                <a:ea typeface="Arial"/>
                <a:cs typeface="Arial"/>
              </a:defRPr>
            </a:lvl2pPr>
            <a:lvl3pPr>
              <a:buNone/>
              <a:defRPr sz="2100" b="0">
                <a:solidFill>
                  <a:srgbClr val="52637B"/>
                </a:solidFill>
                <a:latin typeface="Arial"/>
                <a:ea typeface="Arial"/>
                <a:cs typeface="Arial"/>
              </a:defRPr>
            </a:lvl3pPr>
            <a:lvl4pPr>
              <a:buNone/>
              <a:defRPr sz="2100" b="0">
                <a:solidFill>
                  <a:srgbClr val="52637B"/>
                </a:solidFill>
                <a:latin typeface="Arial"/>
                <a:ea typeface="Arial"/>
                <a:cs typeface="Arial"/>
              </a:defRPr>
            </a:lvl4pPr>
            <a:lvl5pPr>
              <a:buNone/>
              <a:defRPr sz="2100" b="0">
                <a:solidFill>
                  <a:srgbClr val="52637B"/>
                </a:solidFill>
                <a:latin typeface="Arial"/>
                <a:ea typeface="Arial"/>
                <a:cs typeface="Arial"/>
              </a:defRPr>
            </a:lvl5pPr>
            <a:lvl6pPr>
              <a:buNone/>
              <a:defRPr sz="2100" b="0">
                <a:solidFill>
                  <a:srgbClr val="52637B"/>
                </a:solidFill>
                <a:latin typeface="Arial"/>
                <a:ea typeface="Arial"/>
                <a:cs typeface="Arial"/>
              </a:defRPr>
            </a:lvl6pPr>
            <a:lvl7pPr>
              <a:buNone/>
              <a:defRPr sz="2100" b="0">
                <a:solidFill>
                  <a:srgbClr val="52637B"/>
                </a:solidFill>
                <a:latin typeface="Arial"/>
                <a:ea typeface="Arial"/>
                <a:cs typeface="Arial"/>
              </a:defRPr>
            </a:lvl7pPr>
            <a:lvl8pPr>
              <a:buNone/>
              <a:defRPr sz="2100" b="0">
                <a:solidFill>
                  <a:srgbClr val="52637B"/>
                </a:solidFill>
                <a:latin typeface="Arial"/>
                <a:ea typeface="Arial"/>
                <a:cs typeface="Arial"/>
              </a:defRPr>
            </a:lvl8pPr>
            <a:lvl9pPr>
              <a:buNone/>
              <a:defRPr sz="2100" b="0">
                <a:solidFill>
                  <a:srgbClr val="52637B"/>
                </a:solidFill>
                <a:latin typeface="Arial"/>
                <a:ea typeface="Arial"/>
                <a:cs typeface="Arial"/>
              </a:defRPr>
            </a:lvl9pPr>
          </a:lstStyle>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Өнөөдөр, маргаашийн хуваарь</a:t>
            </a:r>
          </a:p>
          <a:p xmlns:a="http://schemas.openxmlformats.org/drawingml/2006/main">
            <a:r>
              <a:t/>
            </a:r>
          </a:p>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Орлого, цуцлалтын хувь</a:t>
            </a:r>
          </a:p>
          <a:p xmlns:a="http://schemas.openxmlformats.org/drawingml/2006/main">
            <a:r>
              <a:t/>
            </a:r>
          </a:p>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Ирц болон захиалгын удирдлага</a:t>
            </a:r>
          </a:p>
          <a:p xmlns:a="http://schemas.openxmlformats.org/drawingml/2006/main">
            <a:r>
              <a:t/>
            </a:r>
          </a:p>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Менежерийн эрх</a:t>
            </a:r>
          </a:p>
        </p:txBody>
      </p:sp>
    </p:spTree>
    <p:extLst>
      <p:ext uri="{BB962C8B-B14F-4D97-AF65-F5344CB8AC3E}">
        <p14:creationId xmlns:p14="http://schemas.microsoft.com/office/powerpoint/2010/main" val="2044268807"/>
      </p:ext>
    </p:extLst>
  </p:cSld>
</p:sld>
</file>

<file path=ppt/slides/slide7.xml><?xml version="1.0" encoding="utf-8"?>
<p:sld xmlns:p="http://schemas.openxmlformats.org/presentationml/2006/main">
  <p:cSld>
    <p:bg>
      <p:bgPr>
        <a:solidFill xmlns:a="http://schemas.openxmlformats.org/drawingml/2006/main">
          <a:srgbClr val="2459DA"/>
        </a:solidFill>
      </p:bgPr>
    </p:bg>
    <p:spTree>
      <p:nvGrpSpPr>
        <p:cNvPr id="1" name=""/>
        <p:cNvGrpSpPr/>
        <p:nvPr/>
      </p:nvGrpSpPr>
      <p:grpSpPr>
        <a:xfrm xmlns:a="http://schemas.openxmlformats.org/drawingml/2006/main"/>
      </p:grpSpPr>
      <p:sp>
        <p:nvSpPr>
          <p:cNvPr id="10" name="text-l7ez39-0">
            <a:extLst xmlns:a="http://schemas.openxmlformats.org/drawingml/2006/main">
              <a:ext uri="{FF2B5EF4-FFF2-40B4-BE49-F238E27FC236}">
                <a16:creationId xmlns:a16="http://schemas.microsoft.com/office/drawing/2014/main" id="{030B2D79-5A63-4A10-8D00-EEA43CAB49B3}"/>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3450" b="1">
                <a:solidFill>
                  <a:srgbClr val="FFFFFF"/>
                </a:solidFill>
                <a:latin typeface="Arial"/>
                <a:ea typeface="Arial"/>
                <a:cs typeface="Arial"/>
              </a:defRPr>
            </a:lvl1pPr>
            <a:lvl2pPr>
              <a:buNone/>
              <a:defRPr sz="3450" b="1">
                <a:solidFill>
                  <a:srgbClr val="FFFFFF"/>
                </a:solidFill>
                <a:latin typeface="Arial"/>
                <a:ea typeface="Arial"/>
                <a:cs typeface="Arial"/>
              </a:defRPr>
            </a:lvl2pPr>
            <a:lvl3pPr>
              <a:buNone/>
              <a:defRPr sz="3450" b="1">
                <a:solidFill>
                  <a:srgbClr val="FFFFFF"/>
                </a:solidFill>
                <a:latin typeface="Arial"/>
                <a:ea typeface="Arial"/>
                <a:cs typeface="Arial"/>
              </a:defRPr>
            </a:lvl3pPr>
            <a:lvl4pPr>
              <a:buNone/>
              <a:defRPr sz="3450" b="1">
                <a:solidFill>
                  <a:srgbClr val="FFFFFF"/>
                </a:solidFill>
                <a:latin typeface="Arial"/>
                <a:ea typeface="Arial"/>
                <a:cs typeface="Arial"/>
              </a:defRPr>
            </a:lvl4pPr>
            <a:lvl5pPr>
              <a:buNone/>
              <a:defRPr sz="3450" b="1">
                <a:solidFill>
                  <a:srgbClr val="FFFFFF"/>
                </a:solidFill>
                <a:latin typeface="Arial"/>
                <a:ea typeface="Arial"/>
                <a:cs typeface="Arial"/>
              </a:defRPr>
            </a:lvl5pPr>
            <a:lvl6pPr>
              <a:buNone/>
              <a:defRPr sz="3450" b="1">
                <a:solidFill>
                  <a:srgbClr val="FFFFFF"/>
                </a:solidFill>
                <a:latin typeface="Arial"/>
                <a:ea typeface="Arial"/>
                <a:cs typeface="Arial"/>
              </a:defRPr>
            </a:lvl6pPr>
            <a:lvl7pPr>
              <a:buNone/>
              <a:defRPr sz="3450" b="1">
                <a:solidFill>
                  <a:srgbClr val="FFFFFF"/>
                </a:solidFill>
                <a:latin typeface="Arial"/>
                <a:ea typeface="Arial"/>
                <a:cs typeface="Arial"/>
              </a:defRPr>
            </a:lvl7pPr>
            <a:lvl8pPr>
              <a:buNone/>
              <a:defRPr sz="3450" b="1">
                <a:solidFill>
                  <a:srgbClr val="FFFFFF"/>
                </a:solidFill>
                <a:latin typeface="Arial"/>
                <a:ea typeface="Arial"/>
                <a:cs typeface="Arial"/>
              </a:defRPr>
            </a:lvl8pPr>
            <a:lvl9pPr>
              <a:buNone/>
              <a:defRPr sz="3450" b="1">
                <a:solidFill>
                  <a:srgbClr val="FFFFFF"/>
                </a:solidFill>
                <a:latin typeface="Arial"/>
                <a:ea typeface="Arial"/>
                <a:cs typeface="Arial"/>
              </a:defRPr>
            </a:lvl9pPr>
          </a:lstStyle>
          <a:p xmlns:a="http://schemas.openxmlformats.org/drawingml/2006/main">
            <a:pPr>
              <a:buNone/>
              <a:defRPr sz="3450" b="1">
                <a:solidFill>
                  <a:srgbClr val="FFFFFF"/>
                </a:solidFill>
                <a:latin typeface="Arial"/>
                <a:ea typeface="Arial"/>
                <a:cs typeface="Arial"/>
              </a:defRPr>
            </a:pPr>
            <a:r>
              <a:rPr sz="3450" b="1">
                <a:solidFill>
                  <a:srgbClr val="FFFFFF"/>
                </a:solidFill>
                <a:latin typeface="Arial"/>
                <a:ea typeface="Arial"/>
                <a:cs typeface="Arial"/>
              </a:rPr>
              <a:t>Бизнесийн бүртгэлийн хяналт</a:t>
            </a:r>
          </a:p>
        </p:txBody>
      </p:sp>
      <p:sp>
        <p:nvSpPr>
          <p:cNvPr id="2" name="text-l7ez39-1">
            <a:extLst xmlns:a="http://schemas.openxmlformats.org/drawingml/2006/main">
              <a:ext uri="{FF2B5EF4-FFF2-40B4-BE49-F238E27FC236}">
                <a16:creationId xmlns:a16="http://schemas.microsoft.com/office/drawing/2014/main" id="{1DFAE826-6C18-4E37-9F03-13EFA2585507}"/>
              </a:ext>
            </a:extLst>
          </p:cNvPr>
          <p:cNvSpPr>
            <a:spLocks xmlns:a="http://schemas.openxmlformats.org/drawingml/2006/main" noGrp="1"/>
          </p:cNvSpPr>
          <p:nvPr/>
        </p:nvSpPr>
        <p:spPr>
          <a:xfrm xmlns:a="http://schemas.openxmlformats.org/drawingml/2006/main">
            <a:off x="109347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350" b="0">
                <a:solidFill>
                  <a:srgbClr val="B9CFFA"/>
                </a:solidFill>
                <a:latin typeface="Arial"/>
                <a:ea typeface="Arial"/>
                <a:cs typeface="Arial"/>
              </a:defRPr>
            </a:lvl1pPr>
            <a:lvl2pPr>
              <a:buNone/>
              <a:defRPr sz="1350" b="0">
                <a:solidFill>
                  <a:srgbClr val="B9CFFA"/>
                </a:solidFill>
                <a:latin typeface="Arial"/>
                <a:ea typeface="Arial"/>
                <a:cs typeface="Arial"/>
              </a:defRPr>
            </a:lvl2pPr>
            <a:lvl3pPr>
              <a:buNone/>
              <a:defRPr sz="1350" b="0">
                <a:solidFill>
                  <a:srgbClr val="B9CFFA"/>
                </a:solidFill>
                <a:latin typeface="Arial"/>
                <a:ea typeface="Arial"/>
                <a:cs typeface="Arial"/>
              </a:defRPr>
            </a:lvl3pPr>
            <a:lvl4pPr>
              <a:buNone/>
              <a:defRPr sz="1350" b="0">
                <a:solidFill>
                  <a:srgbClr val="B9CFFA"/>
                </a:solidFill>
                <a:latin typeface="Arial"/>
                <a:ea typeface="Arial"/>
                <a:cs typeface="Arial"/>
              </a:defRPr>
            </a:lvl4pPr>
            <a:lvl5pPr>
              <a:buNone/>
              <a:defRPr sz="1350" b="0">
                <a:solidFill>
                  <a:srgbClr val="B9CFFA"/>
                </a:solidFill>
                <a:latin typeface="Arial"/>
                <a:ea typeface="Arial"/>
                <a:cs typeface="Arial"/>
              </a:defRPr>
            </a:lvl5pPr>
            <a:lvl6pPr>
              <a:buNone/>
              <a:defRPr sz="1350" b="0">
                <a:solidFill>
                  <a:srgbClr val="B9CFFA"/>
                </a:solidFill>
                <a:latin typeface="Arial"/>
                <a:ea typeface="Arial"/>
                <a:cs typeface="Arial"/>
              </a:defRPr>
            </a:lvl6pPr>
            <a:lvl7pPr>
              <a:buNone/>
              <a:defRPr sz="1350" b="0">
                <a:solidFill>
                  <a:srgbClr val="B9CFFA"/>
                </a:solidFill>
                <a:latin typeface="Arial"/>
                <a:ea typeface="Arial"/>
                <a:cs typeface="Arial"/>
              </a:defRPr>
            </a:lvl7pPr>
            <a:lvl8pPr>
              <a:buNone/>
              <a:defRPr sz="1350" b="0">
                <a:solidFill>
                  <a:srgbClr val="B9CFFA"/>
                </a:solidFill>
                <a:latin typeface="Arial"/>
                <a:ea typeface="Arial"/>
                <a:cs typeface="Arial"/>
              </a:defRPr>
            </a:lvl8pPr>
            <a:lvl9pPr>
              <a:buNone/>
              <a:defRPr sz="1350" b="0">
                <a:solidFill>
                  <a:srgbClr val="B9CFFA"/>
                </a:solidFill>
                <a:latin typeface="Arial"/>
                <a:ea typeface="Arial"/>
                <a:cs typeface="Arial"/>
              </a:defRPr>
            </a:lvl9pPr>
          </a:lstStyle>
          <a:p xmlns:a="http://schemas.openxmlformats.org/drawingml/2006/main">
            <a:pPr>
              <a:buNone/>
              <a:defRPr sz="1350" b="0">
                <a:solidFill>
                  <a:srgbClr val="B9CFFA"/>
                </a:solidFill>
                <a:latin typeface="Arial"/>
                <a:ea typeface="Arial"/>
                <a:cs typeface="Arial"/>
              </a:defRPr>
            </a:pPr>
            <a:r>
              <a:rPr sz="1350" b="0">
                <a:solidFill>
                  <a:srgbClr val="B9CFFA"/>
                </a:solidFill>
                <a:latin typeface="Arial"/>
                <a:ea typeface="Arial"/>
                <a:cs typeface="Arial"/>
              </a:rPr>
              <a:t>07</a:t>
            </a:r>
          </a:p>
        </p:txBody>
      </p:sp>
      <p:sp>
        <p:nvSpPr>
          <p:cNvPr id="3" name="text-l7ez39-2">
            <a:extLst xmlns:a="http://schemas.openxmlformats.org/drawingml/2006/main">
              <a:ext uri="{FF2B5EF4-FFF2-40B4-BE49-F238E27FC236}">
                <a16:creationId xmlns:a16="http://schemas.microsoft.com/office/drawing/2014/main" id="{7238B079-1BA2-487F-ADDF-7EB48CD8485F}"/>
              </a:ext>
            </a:extLst>
          </p:cNvPr>
          <p:cNvSpPr>
            <a:spLocks xmlns:a="http://schemas.openxmlformats.org/drawingml/2006/main" noGrp="1"/>
          </p:cNvSpPr>
          <p:nvPr/>
        </p:nvSpPr>
        <p:spPr>
          <a:xfrm xmlns:a="http://schemas.openxmlformats.org/drawingml/2006/main">
            <a:off x="685800" y="2019300"/>
            <a:ext cx="285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0800" b="1">
                <a:solidFill>
                  <a:srgbClr val="FFFFFF"/>
                </a:solidFill>
                <a:latin typeface="Arial"/>
                <a:ea typeface="Arial"/>
                <a:cs typeface="Arial"/>
              </a:defRPr>
            </a:lvl1pPr>
            <a:lvl2pPr>
              <a:buNone/>
              <a:defRPr sz="10800" b="1">
                <a:solidFill>
                  <a:srgbClr val="FFFFFF"/>
                </a:solidFill>
                <a:latin typeface="Arial"/>
                <a:ea typeface="Arial"/>
                <a:cs typeface="Arial"/>
              </a:defRPr>
            </a:lvl2pPr>
            <a:lvl3pPr>
              <a:buNone/>
              <a:defRPr sz="10800" b="1">
                <a:solidFill>
                  <a:srgbClr val="FFFFFF"/>
                </a:solidFill>
                <a:latin typeface="Arial"/>
                <a:ea typeface="Arial"/>
                <a:cs typeface="Arial"/>
              </a:defRPr>
            </a:lvl3pPr>
            <a:lvl4pPr>
              <a:buNone/>
              <a:defRPr sz="10800" b="1">
                <a:solidFill>
                  <a:srgbClr val="FFFFFF"/>
                </a:solidFill>
                <a:latin typeface="Arial"/>
                <a:ea typeface="Arial"/>
                <a:cs typeface="Arial"/>
              </a:defRPr>
            </a:lvl4pPr>
            <a:lvl5pPr>
              <a:buNone/>
              <a:defRPr sz="10800" b="1">
                <a:solidFill>
                  <a:srgbClr val="FFFFFF"/>
                </a:solidFill>
                <a:latin typeface="Arial"/>
                <a:ea typeface="Arial"/>
                <a:cs typeface="Arial"/>
              </a:defRPr>
            </a:lvl5pPr>
            <a:lvl6pPr>
              <a:buNone/>
              <a:defRPr sz="10800" b="1">
                <a:solidFill>
                  <a:srgbClr val="FFFFFF"/>
                </a:solidFill>
                <a:latin typeface="Arial"/>
                <a:ea typeface="Arial"/>
                <a:cs typeface="Arial"/>
              </a:defRPr>
            </a:lvl6pPr>
            <a:lvl7pPr>
              <a:buNone/>
              <a:defRPr sz="10800" b="1">
                <a:solidFill>
                  <a:srgbClr val="FFFFFF"/>
                </a:solidFill>
                <a:latin typeface="Arial"/>
                <a:ea typeface="Arial"/>
                <a:cs typeface="Arial"/>
              </a:defRPr>
            </a:lvl7pPr>
            <a:lvl8pPr>
              <a:buNone/>
              <a:defRPr sz="10800" b="1">
                <a:solidFill>
                  <a:srgbClr val="FFFFFF"/>
                </a:solidFill>
                <a:latin typeface="Arial"/>
                <a:ea typeface="Arial"/>
                <a:cs typeface="Arial"/>
              </a:defRPr>
            </a:lvl8pPr>
            <a:lvl9pPr>
              <a:buNone/>
              <a:defRPr sz="10800" b="1">
                <a:solidFill>
                  <a:srgbClr val="FFFFFF"/>
                </a:solidFill>
                <a:latin typeface="Arial"/>
                <a:ea typeface="Arial"/>
                <a:cs typeface="Arial"/>
              </a:defRPr>
            </a:lvl9pPr>
          </a:lstStyle>
          <a:p xmlns:a="http://schemas.openxmlformats.org/drawingml/2006/main">
            <a:pPr>
              <a:buNone/>
              <a:defRPr sz="10800" b="1">
                <a:solidFill>
                  <a:srgbClr val="FFFFFF"/>
                </a:solidFill>
                <a:latin typeface="Arial"/>
                <a:ea typeface="Arial"/>
                <a:cs typeface="Arial"/>
              </a:defRPr>
            </a:pPr>
            <a:r>
              <a:rPr sz="10800" b="1">
                <a:solidFill>
                  <a:srgbClr val="FFFFFF"/>
                </a:solidFill>
                <a:latin typeface="Arial"/>
                <a:ea typeface="Arial"/>
                <a:cs typeface="Arial"/>
              </a:rPr>
              <a:t>13</a:t>
            </a:r>
          </a:p>
        </p:txBody>
      </p:sp>
      <p:sp>
        <p:nvSpPr>
          <p:cNvPr id="4" name="text-l7ez39-3">
            <a:extLst xmlns:a="http://schemas.openxmlformats.org/drawingml/2006/main">
              <a:ext uri="{FF2B5EF4-FFF2-40B4-BE49-F238E27FC236}">
                <a16:creationId xmlns:a16="http://schemas.microsoft.com/office/drawing/2014/main" id="{A5A4E8A3-B6C1-4830-ACEF-52D857C78ABB}"/>
              </a:ext>
            </a:extLst>
          </p:cNvPr>
          <p:cNvSpPr>
            <a:spLocks xmlns:a="http://schemas.openxmlformats.org/drawingml/2006/main" noGrp="1"/>
          </p:cNvSpPr>
          <p:nvPr/>
        </p:nvSpPr>
        <p:spPr>
          <a:xfrm xmlns:a="http://schemas.openxmlformats.org/drawingml/2006/main">
            <a:off x="685800" y="3800475"/>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925" b="1">
                <a:solidFill>
                  <a:srgbClr val="FFFFFF"/>
                </a:solidFill>
                <a:latin typeface="Arial"/>
                <a:ea typeface="Arial"/>
                <a:cs typeface="Arial"/>
              </a:defRPr>
            </a:lvl1pPr>
            <a:lvl2pPr>
              <a:buNone/>
              <a:defRPr sz="2925" b="1">
                <a:solidFill>
                  <a:srgbClr val="FFFFFF"/>
                </a:solidFill>
                <a:latin typeface="Arial"/>
                <a:ea typeface="Arial"/>
                <a:cs typeface="Arial"/>
              </a:defRPr>
            </a:lvl2pPr>
            <a:lvl3pPr>
              <a:buNone/>
              <a:defRPr sz="2925" b="1">
                <a:solidFill>
                  <a:srgbClr val="FFFFFF"/>
                </a:solidFill>
                <a:latin typeface="Arial"/>
                <a:ea typeface="Arial"/>
                <a:cs typeface="Arial"/>
              </a:defRPr>
            </a:lvl3pPr>
            <a:lvl4pPr>
              <a:buNone/>
              <a:defRPr sz="2925" b="1">
                <a:solidFill>
                  <a:srgbClr val="FFFFFF"/>
                </a:solidFill>
                <a:latin typeface="Arial"/>
                <a:ea typeface="Arial"/>
                <a:cs typeface="Arial"/>
              </a:defRPr>
            </a:lvl4pPr>
            <a:lvl5pPr>
              <a:buNone/>
              <a:defRPr sz="2925" b="1">
                <a:solidFill>
                  <a:srgbClr val="FFFFFF"/>
                </a:solidFill>
                <a:latin typeface="Arial"/>
                <a:ea typeface="Arial"/>
                <a:cs typeface="Arial"/>
              </a:defRPr>
            </a:lvl5pPr>
            <a:lvl6pPr>
              <a:buNone/>
              <a:defRPr sz="2925" b="1">
                <a:solidFill>
                  <a:srgbClr val="FFFFFF"/>
                </a:solidFill>
                <a:latin typeface="Arial"/>
                <a:ea typeface="Arial"/>
                <a:cs typeface="Arial"/>
              </a:defRPr>
            </a:lvl6pPr>
            <a:lvl7pPr>
              <a:buNone/>
              <a:defRPr sz="2925" b="1">
                <a:solidFill>
                  <a:srgbClr val="FFFFFF"/>
                </a:solidFill>
                <a:latin typeface="Arial"/>
                <a:ea typeface="Arial"/>
                <a:cs typeface="Arial"/>
              </a:defRPr>
            </a:lvl7pPr>
            <a:lvl8pPr>
              <a:buNone/>
              <a:defRPr sz="2925" b="1">
                <a:solidFill>
                  <a:srgbClr val="FFFFFF"/>
                </a:solidFill>
                <a:latin typeface="Arial"/>
                <a:ea typeface="Arial"/>
                <a:cs typeface="Arial"/>
              </a:defRPr>
            </a:lvl8pPr>
            <a:lvl9pPr>
              <a:buNone/>
              <a:defRPr sz="2925" b="1">
                <a:solidFill>
                  <a:srgbClr val="FFFFFF"/>
                </a:solidFill>
                <a:latin typeface="Arial"/>
                <a:ea typeface="Arial"/>
                <a:cs typeface="Arial"/>
              </a:defRPr>
            </a:lvl9pPr>
          </a:lstStyle>
          <a:p xmlns:a="http://schemas.openxmlformats.org/drawingml/2006/main">
            <a:pPr>
              <a:buNone/>
              <a:defRPr sz="2925" b="1">
                <a:solidFill>
                  <a:srgbClr val="FFFFFF"/>
                </a:solidFill>
                <a:latin typeface="Arial"/>
                <a:ea typeface="Arial"/>
                <a:cs typeface="Arial"/>
              </a:defRPr>
            </a:pPr>
            <a:r>
              <a:rPr sz="2925" b="1">
                <a:solidFill>
                  <a:srgbClr val="FFFFFF"/>
                </a:solidFill>
                <a:latin typeface="Arial"/>
                <a:ea typeface="Arial"/>
                <a:cs typeface="Arial"/>
              </a:rPr>
              <a:t>автомат шалгалт</a:t>
            </a:r>
          </a:p>
        </p:txBody>
      </p:sp>
      <p:sp>
        <p:nvSpPr>
          <p:cNvPr id="5" name="text-l7ez39-4">
            <a:extLst xmlns:a="http://schemas.openxmlformats.org/drawingml/2006/main">
              <a:ext uri="{FF2B5EF4-FFF2-40B4-BE49-F238E27FC236}">
                <a16:creationId xmlns:a16="http://schemas.microsoft.com/office/drawing/2014/main" id="{6A20F905-D697-4B55-A3E1-D6BA08C6F430}"/>
              </a:ext>
            </a:extLst>
          </p:cNvPr>
          <p:cNvSpPr>
            <a:spLocks xmlns:a="http://schemas.openxmlformats.org/drawingml/2006/main" noGrp="1"/>
          </p:cNvSpPr>
          <p:nvPr/>
        </p:nvSpPr>
        <p:spPr>
          <a:xfrm xmlns:a="http://schemas.openxmlformats.org/drawingml/2006/main">
            <a:off x="685800" y="4772025"/>
            <a:ext cx="4572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75" b="0">
                <a:solidFill>
                  <a:srgbClr val="E5EDFF"/>
                </a:solidFill>
                <a:latin typeface="Arial"/>
                <a:ea typeface="Arial"/>
                <a:cs typeface="Arial"/>
              </a:defRPr>
            </a:lvl1pPr>
            <a:lvl2pPr>
              <a:buNone/>
              <a:defRPr sz="2175" b="0">
                <a:solidFill>
                  <a:srgbClr val="E5EDFF"/>
                </a:solidFill>
                <a:latin typeface="Arial"/>
                <a:ea typeface="Arial"/>
                <a:cs typeface="Arial"/>
              </a:defRPr>
            </a:lvl2pPr>
            <a:lvl3pPr>
              <a:buNone/>
              <a:defRPr sz="2175" b="0">
                <a:solidFill>
                  <a:srgbClr val="E5EDFF"/>
                </a:solidFill>
                <a:latin typeface="Arial"/>
                <a:ea typeface="Arial"/>
                <a:cs typeface="Arial"/>
              </a:defRPr>
            </a:lvl3pPr>
            <a:lvl4pPr>
              <a:buNone/>
              <a:defRPr sz="2175" b="0">
                <a:solidFill>
                  <a:srgbClr val="E5EDFF"/>
                </a:solidFill>
                <a:latin typeface="Arial"/>
                <a:ea typeface="Arial"/>
                <a:cs typeface="Arial"/>
              </a:defRPr>
            </a:lvl4pPr>
            <a:lvl5pPr>
              <a:buNone/>
              <a:defRPr sz="2175" b="0">
                <a:solidFill>
                  <a:srgbClr val="E5EDFF"/>
                </a:solidFill>
                <a:latin typeface="Arial"/>
                <a:ea typeface="Arial"/>
                <a:cs typeface="Arial"/>
              </a:defRPr>
            </a:lvl5pPr>
            <a:lvl6pPr>
              <a:buNone/>
              <a:defRPr sz="2175" b="0">
                <a:solidFill>
                  <a:srgbClr val="E5EDFF"/>
                </a:solidFill>
                <a:latin typeface="Arial"/>
                <a:ea typeface="Arial"/>
                <a:cs typeface="Arial"/>
              </a:defRPr>
            </a:lvl6pPr>
            <a:lvl7pPr>
              <a:buNone/>
              <a:defRPr sz="2175" b="0">
                <a:solidFill>
                  <a:srgbClr val="E5EDFF"/>
                </a:solidFill>
                <a:latin typeface="Arial"/>
                <a:ea typeface="Arial"/>
                <a:cs typeface="Arial"/>
              </a:defRPr>
            </a:lvl7pPr>
            <a:lvl8pPr>
              <a:buNone/>
              <a:defRPr sz="2175" b="0">
                <a:solidFill>
                  <a:srgbClr val="E5EDFF"/>
                </a:solidFill>
                <a:latin typeface="Arial"/>
                <a:ea typeface="Arial"/>
                <a:cs typeface="Arial"/>
              </a:defRPr>
            </a:lvl8pPr>
            <a:lvl9pPr>
              <a:buNone/>
              <a:defRPr sz="2175" b="0">
                <a:solidFill>
                  <a:srgbClr val="E5EDFF"/>
                </a:solidFill>
                <a:latin typeface="Arial"/>
                <a:ea typeface="Arial"/>
                <a:cs typeface="Arial"/>
              </a:defRPr>
            </a:lvl9pPr>
          </a:lstStyle>
          <a:p xmlns:a="http://schemas.openxmlformats.org/drawingml/2006/main">
            <a:pPr>
              <a:buNone/>
              <a:defRPr sz="2175" b="0">
                <a:solidFill>
                  <a:srgbClr val="E5EDFF"/>
                </a:solidFill>
                <a:latin typeface="Arial"/>
                <a:ea typeface="Arial"/>
                <a:cs typeface="Arial"/>
              </a:defRPr>
            </a:pPr>
            <a:r>
              <a:rPr sz="2175" b="0">
                <a:solidFill>
                  <a:srgbClr val="E5EDFF"/>
                </a:solidFill>
                <a:latin typeface="Arial"/>
                <a:ea typeface="Arial"/>
                <a:cs typeface="Arial"/>
              </a:rPr>
              <a:t>Шийдвэрийг админ гаргана</a:t>
            </a:r>
          </a:p>
        </p:txBody>
      </p:sp>
      <p:sp>
        <p:nvSpPr>
          <p:cNvPr id="6" name="text-l7ez39-5">
            <a:extLst xmlns:a="http://schemas.openxmlformats.org/drawingml/2006/main">
              <a:ext uri="{FF2B5EF4-FFF2-40B4-BE49-F238E27FC236}">
                <a16:creationId xmlns:a16="http://schemas.microsoft.com/office/drawing/2014/main" id="{51C4D2DF-B0B6-4497-99F1-1475CF14AB01}"/>
              </a:ext>
            </a:extLst>
          </p:cNvPr>
          <p:cNvSpPr>
            <a:spLocks xmlns:a="http://schemas.openxmlformats.org/drawingml/2006/main" noGrp="1"/>
          </p:cNvSpPr>
          <p:nvPr/>
        </p:nvSpPr>
        <p:spPr>
          <a:xfrm xmlns:a="http://schemas.openxmlformats.org/drawingml/2006/main">
            <a:off x="6286500" y="2190750"/>
            <a:ext cx="5219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400" b="1">
                <a:solidFill>
                  <a:srgbClr val="FFFFFF"/>
                </a:solidFill>
                <a:latin typeface="Arial"/>
                <a:ea typeface="Arial"/>
                <a:cs typeface="Arial"/>
              </a:defRPr>
            </a:lvl1pPr>
            <a:lvl2pPr>
              <a:buNone/>
              <a:defRPr sz="2400" b="1">
                <a:solidFill>
                  <a:srgbClr val="FFFFFF"/>
                </a:solidFill>
                <a:latin typeface="Arial"/>
                <a:ea typeface="Arial"/>
                <a:cs typeface="Arial"/>
              </a:defRPr>
            </a:lvl2pPr>
            <a:lvl3pPr>
              <a:buNone/>
              <a:defRPr sz="2400" b="1">
                <a:solidFill>
                  <a:srgbClr val="FFFFFF"/>
                </a:solidFill>
                <a:latin typeface="Arial"/>
                <a:ea typeface="Arial"/>
                <a:cs typeface="Arial"/>
              </a:defRPr>
            </a:lvl3pPr>
            <a:lvl4pPr>
              <a:buNone/>
              <a:defRPr sz="2400" b="1">
                <a:solidFill>
                  <a:srgbClr val="FFFFFF"/>
                </a:solidFill>
                <a:latin typeface="Arial"/>
                <a:ea typeface="Arial"/>
                <a:cs typeface="Arial"/>
              </a:defRPr>
            </a:lvl4pPr>
            <a:lvl5pPr>
              <a:buNone/>
              <a:defRPr sz="2400" b="1">
                <a:solidFill>
                  <a:srgbClr val="FFFFFF"/>
                </a:solidFill>
                <a:latin typeface="Arial"/>
                <a:ea typeface="Arial"/>
                <a:cs typeface="Arial"/>
              </a:defRPr>
            </a:lvl5pPr>
            <a:lvl6pPr>
              <a:buNone/>
              <a:defRPr sz="2400" b="1">
                <a:solidFill>
                  <a:srgbClr val="FFFFFF"/>
                </a:solidFill>
                <a:latin typeface="Arial"/>
                <a:ea typeface="Arial"/>
                <a:cs typeface="Arial"/>
              </a:defRPr>
            </a:lvl6pPr>
            <a:lvl7pPr>
              <a:buNone/>
              <a:defRPr sz="2400" b="1">
                <a:solidFill>
                  <a:srgbClr val="FFFFFF"/>
                </a:solidFill>
                <a:latin typeface="Arial"/>
                <a:ea typeface="Arial"/>
                <a:cs typeface="Arial"/>
              </a:defRPr>
            </a:lvl7pPr>
            <a:lvl8pPr>
              <a:buNone/>
              <a:defRPr sz="2400" b="1">
                <a:solidFill>
                  <a:srgbClr val="FFFFFF"/>
                </a:solidFill>
                <a:latin typeface="Arial"/>
                <a:ea typeface="Arial"/>
                <a:cs typeface="Arial"/>
              </a:defRPr>
            </a:lvl8pPr>
            <a:lvl9pPr>
              <a:buNone/>
              <a:defRPr sz="2400" b="1">
                <a:solidFill>
                  <a:srgbClr val="FFFFFF"/>
                </a:solidFill>
                <a:latin typeface="Arial"/>
                <a:ea typeface="Arial"/>
                <a:cs typeface="Arial"/>
              </a:defRPr>
            </a:lvl9pPr>
          </a:lstStyle>
          <a:p xmlns:a="http://schemas.openxmlformats.org/drawingml/2006/main">
            <a:pPr>
              <a:buNone/>
              <a:defRPr sz="2400" b="1">
                <a:solidFill>
                  <a:srgbClr val="FFFFFF"/>
                </a:solidFill>
                <a:latin typeface="Arial"/>
                <a:ea typeface="Arial"/>
                <a:cs typeface="Arial"/>
              </a:defRPr>
            </a:pPr>
            <a:r>
              <a:rPr sz="2400" b="1">
                <a:solidFill>
                  <a:srgbClr val="FFFFFF"/>
                </a:solidFill>
                <a:latin typeface="Arial"/>
                <a:ea typeface="Arial"/>
                <a:cs typeface="Arial"/>
              </a:rPr>
              <a:t>Шалгах мэдээлэл</a:t>
            </a:r>
          </a:p>
        </p:txBody>
      </p:sp>
      <p:sp>
        <p:nvSpPr>
          <p:cNvPr id="7" name="text-l7ez39-6">
            <a:extLst xmlns:a="http://schemas.openxmlformats.org/drawingml/2006/main">
              <a:ext uri="{FF2B5EF4-FFF2-40B4-BE49-F238E27FC236}">
                <a16:creationId xmlns:a16="http://schemas.microsoft.com/office/drawing/2014/main" id="{12A5C662-51AB-4AC1-8077-DE86EAD7E1D0}"/>
              </a:ext>
            </a:extLst>
          </p:cNvPr>
          <p:cNvSpPr>
            <a:spLocks xmlns:a="http://schemas.openxmlformats.org/drawingml/2006/main" noGrp="1"/>
          </p:cNvSpPr>
          <p:nvPr/>
        </p:nvSpPr>
        <p:spPr>
          <a:xfrm xmlns:a="http://schemas.openxmlformats.org/drawingml/2006/main">
            <a:off x="6286500" y="2809875"/>
            <a:ext cx="5219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00" b="0">
                <a:solidFill>
                  <a:srgbClr val="E5EDFF"/>
                </a:solidFill>
                <a:latin typeface="Arial"/>
                <a:ea typeface="Arial"/>
                <a:cs typeface="Arial"/>
              </a:defRPr>
            </a:lvl1pPr>
            <a:lvl2pPr>
              <a:buNone/>
              <a:defRPr sz="2100" b="0">
                <a:solidFill>
                  <a:srgbClr val="E5EDFF"/>
                </a:solidFill>
                <a:latin typeface="Arial"/>
                <a:ea typeface="Arial"/>
                <a:cs typeface="Arial"/>
              </a:defRPr>
            </a:lvl2pPr>
            <a:lvl3pPr>
              <a:buNone/>
              <a:defRPr sz="2100" b="0">
                <a:solidFill>
                  <a:srgbClr val="E5EDFF"/>
                </a:solidFill>
                <a:latin typeface="Arial"/>
                <a:ea typeface="Arial"/>
                <a:cs typeface="Arial"/>
              </a:defRPr>
            </a:lvl3pPr>
            <a:lvl4pPr>
              <a:buNone/>
              <a:defRPr sz="2100" b="0">
                <a:solidFill>
                  <a:srgbClr val="E5EDFF"/>
                </a:solidFill>
                <a:latin typeface="Arial"/>
                <a:ea typeface="Arial"/>
                <a:cs typeface="Arial"/>
              </a:defRPr>
            </a:lvl4pPr>
            <a:lvl5pPr>
              <a:buNone/>
              <a:defRPr sz="2100" b="0">
                <a:solidFill>
                  <a:srgbClr val="E5EDFF"/>
                </a:solidFill>
                <a:latin typeface="Arial"/>
                <a:ea typeface="Arial"/>
                <a:cs typeface="Arial"/>
              </a:defRPr>
            </a:lvl5pPr>
            <a:lvl6pPr>
              <a:buNone/>
              <a:defRPr sz="2100" b="0">
                <a:solidFill>
                  <a:srgbClr val="E5EDFF"/>
                </a:solidFill>
                <a:latin typeface="Arial"/>
                <a:ea typeface="Arial"/>
                <a:cs typeface="Arial"/>
              </a:defRPr>
            </a:lvl6pPr>
            <a:lvl7pPr>
              <a:buNone/>
              <a:defRPr sz="2100" b="0">
                <a:solidFill>
                  <a:srgbClr val="E5EDFF"/>
                </a:solidFill>
                <a:latin typeface="Arial"/>
                <a:ea typeface="Arial"/>
                <a:cs typeface="Arial"/>
              </a:defRPr>
            </a:lvl7pPr>
            <a:lvl8pPr>
              <a:buNone/>
              <a:defRPr sz="2100" b="0">
                <a:solidFill>
                  <a:srgbClr val="E5EDFF"/>
                </a:solidFill>
                <a:latin typeface="Arial"/>
                <a:ea typeface="Arial"/>
                <a:cs typeface="Arial"/>
              </a:defRPr>
            </a:lvl8pPr>
            <a:lvl9pPr>
              <a:buNone/>
              <a:defRPr sz="2100" b="0">
                <a:solidFill>
                  <a:srgbClr val="E5EDFF"/>
                </a:solidFill>
                <a:latin typeface="Arial"/>
                <a:ea typeface="Arial"/>
                <a:cs typeface="Arial"/>
              </a:defRPr>
            </a:lvl9pPr>
          </a:lstStyle>
          <a:p xmlns:a="http://schemas.openxmlformats.org/drawingml/2006/main">
            <a:pPr>
              <a:buNone/>
              <a:defRPr sz="2100" b="0">
                <a:solidFill>
                  <a:srgbClr val="E5EDFF"/>
                </a:solidFill>
                <a:latin typeface="Arial"/>
                <a:ea typeface="Arial"/>
                <a:cs typeface="Arial"/>
              </a:defRPr>
            </a:pPr>
            <a:r>
              <a:rPr sz="2100" b="0">
                <a:solidFill>
                  <a:srgbClr val="E5EDFF"/>
                </a:solidFill>
                <a:latin typeface="Arial"/>
                <a:ea typeface="Arial"/>
                <a:cs typeface="Arial"/>
              </a:rPr>
              <a:t>Давхардал, үнэ, цагийн хуваарь, ажилтан болон бүртгэлийн мэдээлэл</a:t>
            </a:r>
          </a:p>
        </p:txBody>
      </p:sp>
      <p:sp>
        <p:nvSpPr>
          <p:cNvPr id="8" name="text-l7ez39-7">
            <a:extLst xmlns:a="http://schemas.openxmlformats.org/drawingml/2006/main">
              <a:ext uri="{FF2B5EF4-FFF2-40B4-BE49-F238E27FC236}">
                <a16:creationId xmlns:a16="http://schemas.microsoft.com/office/drawing/2014/main" id="{83D5ABA2-2CEB-44C5-86DF-9770DB821DF5}"/>
              </a:ext>
            </a:extLst>
          </p:cNvPr>
          <p:cNvSpPr>
            <a:spLocks xmlns:a="http://schemas.openxmlformats.org/drawingml/2006/main" noGrp="1"/>
          </p:cNvSpPr>
          <p:nvPr/>
        </p:nvSpPr>
        <p:spPr>
          <a:xfrm xmlns:a="http://schemas.openxmlformats.org/drawingml/2006/main">
            <a:off x="6286500" y="4286250"/>
            <a:ext cx="52197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400" b="1">
                <a:solidFill>
                  <a:srgbClr val="FFFFFF"/>
                </a:solidFill>
                <a:latin typeface="Arial"/>
                <a:ea typeface="Arial"/>
                <a:cs typeface="Arial"/>
              </a:defRPr>
            </a:lvl1pPr>
            <a:lvl2pPr>
              <a:buNone/>
              <a:defRPr sz="2400" b="1">
                <a:solidFill>
                  <a:srgbClr val="FFFFFF"/>
                </a:solidFill>
                <a:latin typeface="Arial"/>
                <a:ea typeface="Arial"/>
                <a:cs typeface="Arial"/>
              </a:defRPr>
            </a:lvl2pPr>
            <a:lvl3pPr>
              <a:buNone/>
              <a:defRPr sz="2400" b="1">
                <a:solidFill>
                  <a:srgbClr val="FFFFFF"/>
                </a:solidFill>
                <a:latin typeface="Arial"/>
                <a:ea typeface="Arial"/>
                <a:cs typeface="Arial"/>
              </a:defRPr>
            </a:lvl3pPr>
            <a:lvl4pPr>
              <a:buNone/>
              <a:defRPr sz="2400" b="1">
                <a:solidFill>
                  <a:srgbClr val="FFFFFF"/>
                </a:solidFill>
                <a:latin typeface="Arial"/>
                <a:ea typeface="Arial"/>
                <a:cs typeface="Arial"/>
              </a:defRPr>
            </a:lvl4pPr>
            <a:lvl5pPr>
              <a:buNone/>
              <a:defRPr sz="2400" b="1">
                <a:solidFill>
                  <a:srgbClr val="FFFFFF"/>
                </a:solidFill>
                <a:latin typeface="Arial"/>
                <a:ea typeface="Arial"/>
                <a:cs typeface="Arial"/>
              </a:defRPr>
            </a:lvl5pPr>
            <a:lvl6pPr>
              <a:buNone/>
              <a:defRPr sz="2400" b="1">
                <a:solidFill>
                  <a:srgbClr val="FFFFFF"/>
                </a:solidFill>
                <a:latin typeface="Arial"/>
                <a:ea typeface="Arial"/>
                <a:cs typeface="Arial"/>
              </a:defRPr>
            </a:lvl6pPr>
            <a:lvl7pPr>
              <a:buNone/>
              <a:defRPr sz="2400" b="1">
                <a:solidFill>
                  <a:srgbClr val="FFFFFF"/>
                </a:solidFill>
                <a:latin typeface="Arial"/>
                <a:ea typeface="Arial"/>
                <a:cs typeface="Arial"/>
              </a:defRPr>
            </a:lvl7pPr>
            <a:lvl8pPr>
              <a:buNone/>
              <a:defRPr sz="2400" b="1">
                <a:solidFill>
                  <a:srgbClr val="FFFFFF"/>
                </a:solidFill>
                <a:latin typeface="Arial"/>
                <a:ea typeface="Arial"/>
                <a:cs typeface="Arial"/>
              </a:defRPr>
            </a:lvl8pPr>
            <a:lvl9pPr>
              <a:buNone/>
              <a:defRPr sz="2400" b="1">
                <a:solidFill>
                  <a:srgbClr val="FFFFFF"/>
                </a:solidFill>
                <a:latin typeface="Arial"/>
                <a:ea typeface="Arial"/>
                <a:cs typeface="Arial"/>
              </a:defRPr>
            </a:lvl9pPr>
          </a:lstStyle>
          <a:p xmlns:a="http://schemas.openxmlformats.org/drawingml/2006/main">
            <a:pPr>
              <a:buNone/>
              <a:defRPr sz="2400" b="1">
                <a:solidFill>
                  <a:srgbClr val="FFFFFF"/>
                </a:solidFill>
                <a:latin typeface="Arial"/>
                <a:ea typeface="Arial"/>
                <a:cs typeface="Arial"/>
              </a:defRPr>
            </a:pPr>
            <a:r>
              <a:rPr sz="2400" b="1">
                <a:solidFill>
                  <a:srgbClr val="FFFFFF"/>
                </a:solidFill>
                <a:latin typeface="Arial"/>
                <a:ea typeface="Arial"/>
                <a:cs typeface="Arial"/>
              </a:rPr>
              <a:t>Шийдвэр ба түүх</a:t>
            </a:r>
          </a:p>
        </p:txBody>
      </p:sp>
      <p:sp>
        <p:nvSpPr>
          <p:cNvPr id="9" name="text-l7ez39-8">
            <a:extLst xmlns:a="http://schemas.openxmlformats.org/drawingml/2006/main">
              <a:ext uri="{FF2B5EF4-FFF2-40B4-BE49-F238E27FC236}">
                <a16:creationId xmlns:a16="http://schemas.microsoft.com/office/drawing/2014/main" id="{C014E2C6-121A-47BE-AAD8-AECA2DC9B6AB}"/>
              </a:ext>
            </a:extLst>
          </p:cNvPr>
          <p:cNvSpPr>
            <a:spLocks xmlns:a="http://schemas.openxmlformats.org/drawingml/2006/main" noGrp="1"/>
          </p:cNvSpPr>
          <p:nvPr/>
        </p:nvSpPr>
        <p:spPr>
          <a:xfrm xmlns:a="http://schemas.openxmlformats.org/drawingml/2006/main">
            <a:off x="6286500" y="4905375"/>
            <a:ext cx="52197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00" b="0">
                <a:solidFill>
                  <a:srgbClr val="E5EDFF"/>
                </a:solidFill>
                <a:latin typeface="Arial"/>
                <a:ea typeface="Arial"/>
                <a:cs typeface="Arial"/>
              </a:defRPr>
            </a:lvl1pPr>
            <a:lvl2pPr>
              <a:buNone/>
              <a:defRPr sz="2100" b="0">
                <a:solidFill>
                  <a:srgbClr val="E5EDFF"/>
                </a:solidFill>
                <a:latin typeface="Arial"/>
                <a:ea typeface="Arial"/>
                <a:cs typeface="Arial"/>
              </a:defRPr>
            </a:lvl2pPr>
            <a:lvl3pPr>
              <a:buNone/>
              <a:defRPr sz="2100" b="0">
                <a:solidFill>
                  <a:srgbClr val="E5EDFF"/>
                </a:solidFill>
                <a:latin typeface="Arial"/>
                <a:ea typeface="Arial"/>
                <a:cs typeface="Arial"/>
              </a:defRPr>
            </a:lvl3pPr>
            <a:lvl4pPr>
              <a:buNone/>
              <a:defRPr sz="2100" b="0">
                <a:solidFill>
                  <a:srgbClr val="E5EDFF"/>
                </a:solidFill>
                <a:latin typeface="Arial"/>
                <a:ea typeface="Arial"/>
                <a:cs typeface="Arial"/>
              </a:defRPr>
            </a:lvl4pPr>
            <a:lvl5pPr>
              <a:buNone/>
              <a:defRPr sz="2100" b="0">
                <a:solidFill>
                  <a:srgbClr val="E5EDFF"/>
                </a:solidFill>
                <a:latin typeface="Arial"/>
                <a:ea typeface="Arial"/>
                <a:cs typeface="Arial"/>
              </a:defRPr>
            </a:lvl5pPr>
            <a:lvl6pPr>
              <a:buNone/>
              <a:defRPr sz="2100" b="0">
                <a:solidFill>
                  <a:srgbClr val="E5EDFF"/>
                </a:solidFill>
                <a:latin typeface="Arial"/>
                <a:ea typeface="Arial"/>
                <a:cs typeface="Arial"/>
              </a:defRPr>
            </a:lvl6pPr>
            <a:lvl7pPr>
              <a:buNone/>
              <a:defRPr sz="2100" b="0">
                <a:solidFill>
                  <a:srgbClr val="E5EDFF"/>
                </a:solidFill>
                <a:latin typeface="Arial"/>
                <a:ea typeface="Arial"/>
                <a:cs typeface="Arial"/>
              </a:defRPr>
            </a:lvl7pPr>
            <a:lvl8pPr>
              <a:buNone/>
              <a:defRPr sz="2100" b="0">
                <a:solidFill>
                  <a:srgbClr val="E5EDFF"/>
                </a:solidFill>
                <a:latin typeface="Arial"/>
                <a:ea typeface="Arial"/>
                <a:cs typeface="Arial"/>
              </a:defRPr>
            </a:lvl8pPr>
            <a:lvl9pPr>
              <a:buNone/>
              <a:defRPr sz="2100" b="0">
                <a:solidFill>
                  <a:srgbClr val="E5EDFF"/>
                </a:solidFill>
                <a:latin typeface="Arial"/>
                <a:ea typeface="Arial"/>
                <a:cs typeface="Arial"/>
              </a:defRPr>
            </a:lvl9pPr>
          </a:lstStyle>
          <a:p xmlns:a="http://schemas.openxmlformats.org/drawingml/2006/main">
            <a:pPr>
              <a:buNone/>
              <a:defRPr sz="2100" b="0">
                <a:solidFill>
                  <a:srgbClr val="E5EDFF"/>
                </a:solidFill>
                <a:latin typeface="Arial"/>
                <a:ea typeface="Arial"/>
                <a:cs typeface="Arial"/>
              </a:defRPr>
            </a:pPr>
            <a:r>
              <a:rPr sz="2100" b="0">
                <a:solidFill>
                  <a:srgbClr val="E5EDFF"/>
                </a:solidFill>
                <a:latin typeface="Arial"/>
                <a:ea typeface="Arial"/>
                <a:cs typeface="Arial"/>
              </a:rPr>
              <a:t>Зөвшөөрөх, татгалзах, түр хаах</a:t>
            </a:r>
          </a:p>
          <a:p xmlns:a="http://schemas.openxmlformats.org/drawingml/2006/main">
            <a:pPr>
              <a:buNone/>
              <a:defRPr sz="2100" b="0">
                <a:solidFill>
                  <a:srgbClr val="E5EDFF"/>
                </a:solidFill>
                <a:latin typeface="Arial"/>
                <a:ea typeface="Arial"/>
                <a:cs typeface="Arial"/>
              </a:defRPr>
            </a:pPr>
            <a:r>
              <a:rPr sz="2100" b="0">
                <a:solidFill>
                  <a:srgbClr val="E5EDFF"/>
                </a:solidFill>
                <a:latin typeface="Arial"/>
                <a:ea typeface="Arial"/>
                <a:cs typeface="Arial"/>
              </a:rPr>
              <a:t>Үйлдэл бүрийн түүхийг хадгалах</a:t>
            </a:r>
          </a:p>
        </p:txBody>
      </p:sp>
    </p:spTree>
    <p:extLst>
      <p:ext uri="{BB962C8B-B14F-4D97-AF65-F5344CB8AC3E}">
        <p14:creationId xmlns:p14="http://schemas.microsoft.com/office/powerpoint/2010/main" val="255487264"/>
      </p:ext>
    </p:extLst>
  </p:cSld>
</p:sld>
</file>

<file path=ppt/slides/slide8.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11" name="text-02v6vu-0">
            <a:extLst xmlns:a="http://schemas.openxmlformats.org/drawingml/2006/main">
              <a:ext uri="{FF2B5EF4-FFF2-40B4-BE49-F238E27FC236}">
                <a16:creationId xmlns:a16="http://schemas.microsoft.com/office/drawing/2014/main" id="{8DCE34C9-6293-4E0B-91C6-BD49455784D2}"/>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3450" b="1">
                <a:solidFill>
                  <a:srgbClr val="14223B"/>
                </a:solidFill>
                <a:latin typeface="Arial"/>
                <a:ea typeface="Arial"/>
                <a:cs typeface="Arial"/>
              </a:defRPr>
            </a:lvl1pPr>
            <a:lvl2pPr>
              <a:buNone/>
              <a:defRPr sz="3450" b="1">
                <a:solidFill>
                  <a:srgbClr val="14223B"/>
                </a:solidFill>
                <a:latin typeface="Arial"/>
                <a:ea typeface="Arial"/>
                <a:cs typeface="Arial"/>
              </a:defRPr>
            </a:lvl2pPr>
            <a:lvl3pPr>
              <a:buNone/>
              <a:defRPr sz="3450" b="1">
                <a:solidFill>
                  <a:srgbClr val="14223B"/>
                </a:solidFill>
                <a:latin typeface="Arial"/>
                <a:ea typeface="Arial"/>
                <a:cs typeface="Arial"/>
              </a:defRPr>
            </a:lvl3pPr>
            <a:lvl4pPr>
              <a:buNone/>
              <a:defRPr sz="3450" b="1">
                <a:solidFill>
                  <a:srgbClr val="14223B"/>
                </a:solidFill>
                <a:latin typeface="Arial"/>
                <a:ea typeface="Arial"/>
                <a:cs typeface="Arial"/>
              </a:defRPr>
            </a:lvl4pPr>
            <a:lvl5pPr>
              <a:buNone/>
              <a:defRPr sz="3450" b="1">
                <a:solidFill>
                  <a:srgbClr val="14223B"/>
                </a:solidFill>
                <a:latin typeface="Arial"/>
                <a:ea typeface="Arial"/>
                <a:cs typeface="Arial"/>
              </a:defRPr>
            </a:lvl5pPr>
            <a:lvl6pPr>
              <a:buNone/>
              <a:defRPr sz="3450" b="1">
                <a:solidFill>
                  <a:srgbClr val="14223B"/>
                </a:solidFill>
                <a:latin typeface="Arial"/>
                <a:ea typeface="Arial"/>
                <a:cs typeface="Arial"/>
              </a:defRPr>
            </a:lvl6pPr>
            <a:lvl7pPr>
              <a:buNone/>
              <a:defRPr sz="3450" b="1">
                <a:solidFill>
                  <a:srgbClr val="14223B"/>
                </a:solidFill>
                <a:latin typeface="Arial"/>
                <a:ea typeface="Arial"/>
                <a:cs typeface="Arial"/>
              </a:defRPr>
            </a:lvl7pPr>
            <a:lvl8pPr>
              <a:buNone/>
              <a:defRPr sz="3450" b="1">
                <a:solidFill>
                  <a:srgbClr val="14223B"/>
                </a:solidFill>
                <a:latin typeface="Arial"/>
                <a:ea typeface="Arial"/>
                <a:cs typeface="Arial"/>
              </a:defRPr>
            </a:lvl8pPr>
            <a:lvl9pPr>
              <a:buNone/>
              <a:defRPr sz="3450" b="1">
                <a:solidFill>
                  <a:srgbClr val="14223B"/>
                </a:solidFill>
                <a:latin typeface="Arial"/>
                <a:ea typeface="Arial"/>
                <a:cs typeface="Arial"/>
              </a:defRPr>
            </a:lvl9pPr>
          </a:lstStyle>
          <a:p xmlns:a="http://schemas.openxmlformats.org/drawingml/2006/main">
            <a:pPr>
              <a:buNone/>
              <a:defRPr sz="3450" b="1">
                <a:solidFill>
                  <a:srgbClr val="14223B"/>
                </a:solidFill>
                <a:latin typeface="Arial"/>
                <a:ea typeface="Arial"/>
                <a:cs typeface="Arial"/>
              </a:defRPr>
            </a:pPr>
            <a:r>
              <a:rPr sz="3450" b="1">
                <a:solidFill>
                  <a:srgbClr val="14223B"/>
                </a:solidFill>
                <a:latin typeface="Arial"/>
                <a:ea typeface="Arial"/>
                <a:cs typeface="Arial"/>
              </a:rPr>
              <a:t>Давхар захиалгаас хамгаалах</a:t>
            </a:r>
          </a:p>
        </p:txBody>
      </p:sp>
      <p:sp>
        <p:nvSpPr>
          <p:cNvPr id="2" name="text-02v6vu-1">
            <a:extLst xmlns:a="http://schemas.openxmlformats.org/drawingml/2006/main">
              <a:ext uri="{FF2B5EF4-FFF2-40B4-BE49-F238E27FC236}">
                <a16:creationId xmlns:a16="http://schemas.microsoft.com/office/drawing/2014/main" id="{5DCDF22B-00AB-434B-8E1B-F3B4F80C623B}"/>
              </a:ext>
            </a:extLst>
          </p:cNvPr>
          <p:cNvSpPr>
            <a:spLocks xmlns:a="http://schemas.openxmlformats.org/drawingml/2006/main" noGrp="1"/>
          </p:cNvSpPr>
          <p:nvPr/>
        </p:nvSpPr>
        <p:spPr>
          <a:xfrm xmlns:a="http://schemas.openxmlformats.org/drawingml/2006/main">
            <a:off x="109347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350" b="0">
                <a:solidFill>
                  <a:srgbClr val="52637B"/>
                </a:solidFill>
                <a:latin typeface="Arial"/>
                <a:ea typeface="Arial"/>
                <a:cs typeface="Arial"/>
              </a:defRPr>
            </a:lvl1pPr>
            <a:lvl2pPr>
              <a:buNone/>
              <a:defRPr sz="1350" b="0">
                <a:solidFill>
                  <a:srgbClr val="52637B"/>
                </a:solidFill>
                <a:latin typeface="Arial"/>
                <a:ea typeface="Arial"/>
                <a:cs typeface="Arial"/>
              </a:defRPr>
            </a:lvl2pPr>
            <a:lvl3pPr>
              <a:buNone/>
              <a:defRPr sz="1350" b="0">
                <a:solidFill>
                  <a:srgbClr val="52637B"/>
                </a:solidFill>
                <a:latin typeface="Arial"/>
                <a:ea typeface="Arial"/>
                <a:cs typeface="Arial"/>
              </a:defRPr>
            </a:lvl3pPr>
            <a:lvl4pPr>
              <a:buNone/>
              <a:defRPr sz="1350" b="0">
                <a:solidFill>
                  <a:srgbClr val="52637B"/>
                </a:solidFill>
                <a:latin typeface="Arial"/>
                <a:ea typeface="Arial"/>
                <a:cs typeface="Arial"/>
              </a:defRPr>
            </a:lvl4pPr>
            <a:lvl5pPr>
              <a:buNone/>
              <a:defRPr sz="1350" b="0">
                <a:solidFill>
                  <a:srgbClr val="52637B"/>
                </a:solidFill>
                <a:latin typeface="Arial"/>
                <a:ea typeface="Arial"/>
                <a:cs typeface="Arial"/>
              </a:defRPr>
            </a:lvl5pPr>
            <a:lvl6pPr>
              <a:buNone/>
              <a:defRPr sz="1350" b="0">
                <a:solidFill>
                  <a:srgbClr val="52637B"/>
                </a:solidFill>
                <a:latin typeface="Arial"/>
                <a:ea typeface="Arial"/>
                <a:cs typeface="Arial"/>
              </a:defRPr>
            </a:lvl6pPr>
            <a:lvl7pPr>
              <a:buNone/>
              <a:defRPr sz="1350" b="0">
                <a:solidFill>
                  <a:srgbClr val="52637B"/>
                </a:solidFill>
                <a:latin typeface="Arial"/>
                <a:ea typeface="Arial"/>
                <a:cs typeface="Arial"/>
              </a:defRPr>
            </a:lvl7pPr>
            <a:lvl8pPr>
              <a:buNone/>
              <a:defRPr sz="1350" b="0">
                <a:solidFill>
                  <a:srgbClr val="52637B"/>
                </a:solidFill>
                <a:latin typeface="Arial"/>
                <a:ea typeface="Arial"/>
                <a:cs typeface="Arial"/>
              </a:defRPr>
            </a:lvl8pPr>
            <a:lvl9pPr>
              <a:buNone/>
              <a:defRPr sz="1350" b="0">
                <a:solidFill>
                  <a:srgbClr val="52637B"/>
                </a:solidFill>
                <a:latin typeface="Arial"/>
                <a:ea typeface="Arial"/>
                <a:cs typeface="Arial"/>
              </a:defRPr>
            </a:lvl9pPr>
          </a:lstStyle>
          <a:p xmlns:a="http://schemas.openxmlformats.org/drawingml/2006/main">
            <a:pPr>
              <a:buNone/>
              <a:defRPr sz="1350" b="0">
                <a:solidFill>
                  <a:srgbClr val="52637B"/>
                </a:solidFill>
                <a:latin typeface="Arial"/>
                <a:ea typeface="Arial"/>
                <a:cs typeface="Arial"/>
              </a:defRPr>
            </a:pPr>
            <a:r>
              <a:rPr sz="1350" b="0">
                <a:solidFill>
                  <a:srgbClr val="52637B"/>
                </a:solidFill>
                <a:latin typeface="Arial"/>
                <a:ea typeface="Arial"/>
                <a:cs typeface="Arial"/>
              </a:rPr>
              <a:t>08</a:t>
            </a:r>
          </a:p>
        </p:txBody>
      </p:sp>
      <p:sp>
        <p:nvSpPr>
          <p:cNvPr id="3" name="text-02v6vu-2">
            <a:extLst xmlns:a="http://schemas.openxmlformats.org/drawingml/2006/main">
              <a:ext uri="{FF2B5EF4-FFF2-40B4-BE49-F238E27FC236}">
                <a16:creationId xmlns:a16="http://schemas.microsoft.com/office/drawing/2014/main" id="{13858F8D-C356-48B0-9A6F-CBD7055B8FD2}"/>
              </a:ext>
            </a:extLst>
          </p:cNvPr>
          <p:cNvSpPr>
            <a:spLocks xmlns:a="http://schemas.openxmlformats.org/drawingml/2006/main" noGrp="1"/>
          </p:cNvSpPr>
          <p:nvPr/>
        </p:nvSpPr>
        <p:spPr>
          <a:xfrm xmlns:a="http://schemas.openxmlformats.org/drawingml/2006/main">
            <a:off x="685800" y="2133600"/>
            <a:ext cx="600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5250" b="1">
                <a:solidFill>
                  <a:srgbClr val="2459DA"/>
                </a:solidFill>
                <a:latin typeface="Arial"/>
                <a:ea typeface="Arial"/>
                <a:cs typeface="Arial"/>
              </a:defRPr>
            </a:lvl1pPr>
            <a:lvl2pPr>
              <a:buNone/>
              <a:defRPr sz="5250" b="1">
                <a:solidFill>
                  <a:srgbClr val="2459DA"/>
                </a:solidFill>
                <a:latin typeface="Arial"/>
                <a:ea typeface="Arial"/>
                <a:cs typeface="Arial"/>
              </a:defRPr>
            </a:lvl2pPr>
            <a:lvl3pPr>
              <a:buNone/>
              <a:defRPr sz="5250" b="1">
                <a:solidFill>
                  <a:srgbClr val="2459DA"/>
                </a:solidFill>
                <a:latin typeface="Arial"/>
                <a:ea typeface="Arial"/>
                <a:cs typeface="Arial"/>
              </a:defRPr>
            </a:lvl3pPr>
            <a:lvl4pPr>
              <a:buNone/>
              <a:defRPr sz="5250" b="1">
                <a:solidFill>
                  <a:srgbClr val="2459DA"/>
                </a:solidFill>
                <a:latin typeface="Arial"/>
                <a:ea typeface="Arial"/>
                <a:cs typeface="Arial"/>
              </a:defRPr>
            </a:lvl4pPr>
            <a:lvl5pPr>
              <a:buNone/>
              <a:defRPr sz="5250" b="1">
                <a:solidFill>
                  <a:srgbClr val="2459DA"/>
                </a:solidFill>
                <a:latin typeface="Arial"/>
                <a:ea typeface="Arial"/>
                <a:cs typeface="Arial"/>
              </a:defRPr>
            </a:lvl5pPr>
            <a:lvl6pPr>
              <a:buNone/>
              <a:defRPr sz="5250" b="1">
                <a:solidFill>
                  <a:srgbClr val="2459DA"/>
                </a:solidFill>
                <a:latin typeface="Arial"/>
                <a:ea typeface="Arial"/>
                <a:cs typeface="Arial"/>
              </a:defRPr>
            </a:lvl6pPr>
            <a:lvl7pPr>
              <a:buNone/>
              <a:defRPr sz="5250" b="1">
                <a:solidFill>
                  <a:srgbClr val="2459DA"/>
                </a:solidFill>
                <a:latin typeface="Arial"/>
                <a:ea typeface="Arial"/>
                <a:cs typeface="Arial"/>
              </a:defRPr>
            </a:lvl7pPr>
            <a:lvl8pPr>
              <a:buNone/>
              <a:defRPr sz="5250" b="1">
                <a:solidFill>
                  <a:srgbClr val="2459DA"/>
                </a:solidFill>
                <a:latin typeface="Arial"/>
                <a:ea typeface="Arial"/>
                <a:cs typeface="Arial"/>
              </a:defRPr>
            </a:lvl8pPr>
            <a:lvl9pPr>
              <a:buNone/>
              <a:defRPr sz="5250" b="1">
                <a:solidFill>
                  <a:srgbClr val="2459DA"/>
                </a:solidFill>
                <a:latin typeface="Arial"/>
                <a:ea typeface="Arial"/>
                <a:cs typeface="Arial"/>
              </a:defRPr>
            </a:lvl9pPr>
          </a:lstStyle>
          <a:p xmlns:a="http://schemas.openxmlformats.org/drawingml/2006/main">
            <a:pPr>
              <a:buNone/>
              <a:defRPr sz="5250" b="1">
                <a:solidFill>
                  <a:srgbClr val="2459DA"/>
                </a:solidFill>
                <a:latin typeface="Arial"/>
                <a:ea typeface="Arial"/>
                <a:cs typeface="Arial"/>
              </a:defRPr>
            </a:pPr>
            <a:r>
              <a:rPr sz="5250" b="1">
                <a:solidFill>
                  <a:srgbClr val="2459DA"/>
                </a:solidFill>
                <a:latin typeface="Arial"/>
                <a:ea typeface="Arial"/>
                <a:cs typeface="Arial"/>
              </a:rPr>
              <a:t>10:00–10:45</a:t>
            </a:r>
          </a:p>
        </p:txBody>
      </p:sp>
      <p:sp>
        <p:nvSpPr>
          <p:cNvPr id="4" name="text-02v6vu-3">
            <a:extLst xmlns:a="http://schemas.openxmlformats.org/drawingml/2006/main">
              <a:ext uri="{FF2B5EF4-FFF2-40B4-BE49-F238E27FC236}">
                <a16:creationId xmlns:a16="http://schemas.microsoft.com/office/drawing/2014/main" id="{CB7B5947-0266-459A-AAA2-D83DAE6FA4C2}"/>
              </a:ext>
            </a:extLst>
          </p:cNvPr>
          <p:cNvSpPr>
            <a:spLocks xmlns:a="http://schemas.openxmlformats.org/drawingml/2006/main" noGrp="1"/>
          </p:cNvSpPr>
          <p:nvPr/>
        </p:nvSpPr>
        <p:spPr>
          <a:xfrm xmlns:a="http://schemas.openxmlformats.org/drawingml/2006/main">
            <a:off x="685800" y="3286125"/>
            <a:ext cx="628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75" b="0">
                <a:solidFill>
                  <a:srgbClr val="52637B"/>
                </a:solidFill>
                <a:latin typeface="Arial"/>
                <a:ea typeface="Arial"/>
                <a:cs typeface="Arial"/>
              </a:defRPr>
            </a:lvl1pPr>
            <a:lvl2pPr>
              <a:buNone/>
              <a:defRPr sz="2175" b="0">
                <a:solidFill>
                  <a:srgbClr val="52637B"/>
                </a:solidFill>
                <a:latin typeface="Arial"/>
                <a:ea typeface="Arial"/>
                <a:cs typeface="Arial"/>
              </a:defRPr>
            </a:lvl2pPr>
            <a:lvl3pPr>
              <a:buNone/>
              <a:defRPr sz="2175" b="0">
                <a:solidFill>
                  <a:srgbClr val="52637B"/>
                </a:solidFill>
                <a:latin typeface="Arial"/>
                <a:ea typeface="Arial"/>
                <a:cs typeface="Arial"/>
              </a:defRPr>
            </a:lvl3pPr>
            <a:lvl4pPr>
              <a:buNone/>
              <a:defRPr sz="2175" b="0">
                <a:solidFill>
                  <a:srgbClr val="52637B"/>
                </a:solidFill>
                <a:latin typeface="Arial"/>
                <a:ea typeface="Arial"/>
                <a:cs typeface="Arial"/>
              </a:defRPr>
            </a:lvl4pPr>
            <a:lvl5pPr>
              <a:buNone/>
              <a:defRPr sz="2175" b="0">
                <a:solidFill>
                  <a:srgbClr val="52637B"/>
                </a:solidFill>
                <a:latin typeface="Arial"/>
                <a:ea typeface="Arial"/>
                <a:cs typeface="Arial"/>
              </a:defRPr>
            </a:lvl5pPr>
            <a:lvl6pPr>
              <a:buNone/>
              <a:defRPr sz="2175" b="0">
                <a:solidFill>
                  <a:srgbClr val="52637B"/>
                </a:solidFill>
                <a:latin typeface="Arial"/>
                <a:ea typeface="Arial"/>
                <a:cs typeface="Arial"/>
              </a:defRPr>
            </a:lvl6pPr>
            <a:lvl7pPr>
              <a:buNone/>
              <a:defRPr sz="2175" b="0">
                <a:solidFill>
                  <a:srgbClr val="52637B"/>
                </a:solidFill>
                <a:latin typeface="Arial"/>
                <a:ea typeface="Arial"/>
                <a:cs typeface="Arial"/>
              </a:defRPr>
            </a:lvl7pPr>
            <a:lvl8pPr>
              <a:buNone/>
              <a:defRPr sz="2175" b="0">
                <a:solidFill>
                  <a:srgbClr val="52637B"/>
                </a:solidFill>
                <a:latin typeface="Arial"/>
                <a:ea typeface="Arial"/>
                <a:cs typeface="Arial"/>
              </a:defRPr>
            </a:lvl8pPr>
            <a:lvl9pPr>
              <a:buNone/>
              <a:defRPr sz="2175" b="0">
                <a:solidFill>
                  <a:srgbClr val="52637B"/>
                </a:solidFill>
                <a:latin typeface="Arial"/>
                <a:ea typeface="Arial"/>
                <a:cs typeface="Arial"/>
              </a:defRPr>
            </a:lvl9pPr>
          </a:lstStyle>
          <a:p xmlns:a="http://schemas.openxmlformats.org/drawingml/2006/main">
            <a:pPr>
              <a:buNone/>
              <a:defRPr sz="2175" b="0">
                <a:solidFill>
                  <a:srgbClr val="52637B"/>
                </a:solidFill>
                <a:latin typeface="Arial"/>
                <a:ea typeface="Arial"/>
                <a:cs typeface="Arial"/>
              </a:defRPr>
            </a:pPr>
            <a:r>
              <a:rPr sz="2175" b="0">
                <a:solidFill>
                  <a:srgbClr val="52637B"/>
                </a:solidFill>
                <a:latin typeface="Arial"/>
                <a:ea typeface="Arial"/>
                <a:cs typeface="Arial"/>
              </a:rPr>
              <a:t>Нэг ажилтны баталгаажсан захиалгын жишээ</a:t>
            </a:r>
          </a:p>
        </p:txBody>
      </p:sp>
      <p:sp>
        <p:nvSpPr>
          <p:cNvPr id="5" name="text-02v6vu-4">
            <a:extLst xmlns:a="http://schemas.openxmlformats.org/drawingml/2006/main">
              <a:ext uri="{FF2B5EF4-FFF2-40B4-BE49-F238E27FC236}">
                <a16:creationId xmlns:a16="http://schemas.microsoft.com/office/drawing/2014/main" id="{8C32D7C4-4290-42C1-84E0-EE0044D3ACE0}"/>
              </a:ext>
            </a:extLst>
          </p:cNvPr>
          <p:cNvSpPr>
            <a:spLocks xmlns:a="http://schemas.openxmlformats.org/drawingml/2006/main" noGrp="1"/>
          </p:cNvSpPr>
          <p:nvPr/>
        </p:nvSpPr>
        <p:spPr>
          <a:xfrm xmlns:a="http://schemas.openxmlformats.org/drawingml/2006/main">
            <a:off x="8096250" y="21336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5250" b="1">
                <a:solidFill>
                  <a:srgbClr val="14223B"/>
                </a:solidFill>
                <a:latin typeface="Arial"/>
                <a:ea typeface="Arial"/>
                <a:cs typeface="Arial"/>
              </a:defRPr>
            </a:lvl1pPr>
            <a:lvl2pPr>
              <a:buNone/>
              <a:defRPr sz="5250" b="1">
                <a:solidFill>
                  <a:srgbClr val="14223B"/>
                </a:solidFill>
                <a:latin typeface="Arial"/>
                <a:ea typeface="Arial"/>
                <a:cs typeface="Arial"/>
              </a:defRPr>
            </a:lvl2pPr>
            <a:lvl3pPr>
              <a:buNone/>
              <a:defRPr sz="5250" b="1">
                <a:solidFill>
                  <a:srgbClr val="14223B"/>
                </a:solidFill>
                <a:latin typeface="Arial"/>
                <a:ea typeface="Arial"/>
                <a:cs typeface="Arial"/>
              </a:defRPr>
            </a:lvl3pPr>
            <a:lvl4pPr>
              <a:buNone/>
              <a:defRPr sz="5250" b="1">
                <a:solidFill>
                  <a:srgbClr val="14223B"/>
                </a:solidFill>
                <a:latin typeface="Arial"/>
                <a:ea typeface="Arial"/>
                <a:cs typeface="Arial"/>
              </a:defRPr>
            </a:lvl4pPr>
            <a:lvl5pPr>
              <a:buNone/>
              <a:defRPr sz="5250" b="1">
                <a:solidFill>
                  <a:srgbClr val="14223B"/>
                </a:solidFill>
                <a:latin typeface="Arial"/>
                <a:ea typeface="Arial"/>
                <a:cs typeface="Arial"/>
              </a:defRPr>
            </a:lvl5pPr>
            <a:lvl6pPr>
              <a:buNone/>
              <a:defRPr sz="5250" b="1">
                <a:solidFill>
                  <a:srgbClr val="14223B"/>
                </a:solidFill>
                <a:latin typeface="Arial"/>
                <a:ea typeface="Arial"/>
                <a:cs typeface="Arial"/>
              </a:defRPr>
            </a:lvl6pPr>
            <a:lvl7pPr>
              <a:buNone/>
              <a:defRPr sz="5250" b="1">
                <a:solidFill>
                  <a:srgbClr val="14223B"/>
                </a:solidFill>
                <a:latin typeface="Arial"/>
                <a:ea typeface="Arial"/>
                <a:cs typeface="Arial"/>
              </a:defRPr>
            </a:lvl7pPr>
            <a:lvl8pPr>
              <a:buNone/>
              <a:defRPr sz="5250" b="1">
                <a:solidFill>
                  <a:srgbClr val="14223B"/>
                </a:solidFill>
                <a:latin typeface="Arial"/>
                <a:ea typeface="Arial"/>
                <a:cs typeface="Arial"/>
              </a:defRPr>
            </a:lvl8pPr>
            <a:lvl9pPr>
              <a:buNone/>
              <a:defRPr sz="5250" b="1">
                <a:solidFill>
                  <a:srgbClr val="14223B"/>
                </a:solidFill>
                <a:latin typeface="Arial"/>
                <a:ea typeface="Arial"/>
                <a:cs typeface="Arial"/>
              </a:defRPr>
            </a:lvl9pPr>
          </a:lstStyle>
          <a:p xmlns:a="http://schemas.openxmlformats.org/drawingml/2006/main">
            <a:pPr>
              <a:buNone/>
              <a:defRPr sz="5250" b="1">
                <a:solidFill>
                  <a:srgbClr val="14223B"/>
                </a:solidFill>
                <a:latin typeface="Arial"/>
                <a:ea typeface="Arial"/>
                <a:cs typeface="Arial"/>
              </a:defRPr>
            </a:pPr>
            <a:r>
              <a:rPr sz="5250" b="1">
                <a:solidFill>
                  <a:srgbClr val="14223B"/>
                </a:solidFill>
                <a:latin typeface="Arial"/>
                <a:ea typeface="Arial"/>
                <a:cs typeface="Arial"/>
              </a:rPr>
              <a:t>10:30</a:t>
            </a:r>
          </a:p>
        </p:txBody>
      </p:sp>
      <p:sp>
        <p:nvSpPr>
          <p:cNvPr id="6" name="text-02v6vu-5">
            <a:extLst xmlns:a="http://schemas.openxmlformats.org/drawingml/2006/main">
              <a:ext uri="{FF2B5EF4-FFF2-40B4-BE49-F238E27FC236}">
                <a16:creationId xmlns:a16="http://schemas.microsoft.com/office/drawing/2014/main" id="{3D8E721F-E417-4B62-83D0-B27F832AB2D3}"/>
              </a:ext>
            </a:extLst>
          </p:cNvPr>
          <p:cNvSpPr>
            <a:spLocks xmlns:a="http://schemas.openxmlformats.org/drawingml/2006/main" noGrp="1"/>
          </p:cNvSpPr>
          <p:nvPr/>
        </p:nvSpPr>
        <p:spPr>
          <a:xfrm xmlns:a="http://schemas.openxmlformats.org/drawingml/2006/main">
            <a:off x="8096250" y="3286125"/>
            <a:ext cx="323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75" b="0">
                <a:solidFill>
                  <a:srgbClr val="52637B"/>
                </a:solidFill>
                <a:latin typeface="Arial"/>
                <a:ea typeface="Arial"/>
                <a:cs typeface="Arial"/>
              </a:defRPr>
            </a:lvl1pPr>
            <a:lvl2pPr>
              <a:buNone/>
              <a:defRPr sz="2175" b="0">
                <a:solidFill>
                  <a:srgbClr val="52637B"/>
                </a:solidFill>
                <a:latin typeface="Arial"/>
                <a:ea typeface="Arial"/>
                <a:cs typeface="Arial"/>
              </a:defRPr>
            </a:lvl2pPr>
            <a:lvl3pPr>
              <a:buNone/>
              <a:defRPr sz="2175" b="0">
                <a:solidFill>
                  <a:srgbClr val="52637B"/>
                </a:solidFill>
                <a:latin typeface="Arial"/>
                <a:ea typeface="Arial"/>
                <a:cs typeface="Arial"/>
              </a:defRPr>
            </a:lvl3pPr>
            <a:lvl4pPr>
              <a:buNone/>
              <a:defRPr sz="2175" b="0">
                <a:solidFill>
                  <a:srgbClr val="52637B"/>
                </a:solidFill>
                <a:latin typeface="Arial"/>
                <a:ea typeface="Arial"/>
                <a:cs typeface="Arial"/>
              </a:defRPr>
            </a:lvl4pPr>
            <a:lvl5pPr>
              <a:buNone/>
              <a:defRPr sz="2175" b="0">
                <a:solidFill>
                  <a:srgbClr val="52637B"/>
                </a:solidFill>
                <a:latin typeface="Arial"/>
                <a:ea typeface="Arial"/>
                <a:cs typeface="Arial"/>
              </a:defRPr>
            </a:lvl5pPr>
            <a:lvl6pPr>
              <a:buNone/>
              <a:defRPr sz="2175" b="0">
                <a:solidFill>
                  <a:srgbClr val="52637B"/>
                </a:solidFill>
                <a:latin typeface="Arial"/>
                <a:ea typeface="Arial"/>
                <a:cs typeface="Arial"/>
              </a:defRPr>
            </a:lvl6pPr>
            <a:lvl7pPr>
              <a:buNone/>
              <a:defRPr sz="2175" b="0">
                <a:solidFill>
                  <a:srgbClr val="52637B"/>
                </a:solidFill>
                <a:latin typeface="Arial"/>
                <a:ea typeface="Arial"/>
                <a:cs typeface="Arial"/>
              </a:defRPr>
            </a:lvl7pPr>
            <a:lvl8pPr>
              <a:buNone/>
              <a:defRPr sz="2175" b="0">
                <a:solidFill>
                  <a:srgbClr val="52637B"/>
                </a:solidFill>
                <a:latin typeface="Arial"/>
                <a:ea typeface="Arial"/>
                <a:cs typeface="Arial"/>
              </a:defRPr>
            </a:lvl8pPr>
            <a:lvl9pPr>
              <a:buNone/>
              <a:defRPr sz="2175" b="0">
                <a:solidFill>
                  <a:srgbClr val="52637B"/>
                </a:solidFill>
                <a:latin typeface="Arial"/>
                <a:ea typeface="Arial"/>
                <a:cs typeface="Arial"/>
              </a:defRPr>
            </a:lvl9pPr>
          </a:lstStyle>
          <a:p xmlns:a="http://schemas.openxmlformats.org/drawingml/2006/main">
            <a:pPr>
              <a:buNone/>
              <a:defRPr sz="2175" b="0">
                <a:solidFill>
                  <a:srgbClr val="52637B"/>
                </a:solidFill>
                <a:latin typeface="Arial"/>
                <a:ea typeface="Arial"/>
                <a:cs typeface="Arial"/>
              </a:defRPr>
            </a:pPr>
            <a:r>
              <a:rPr sz="2175" b="0">
                <a:solidFill>
                  <a:srgbClr val="52637B"/>
                </a:solidFill>
                <a:latin typeface="Arial"/>
                <a:ea typeface="Arial"/>
                <a:cs typeface="Arial"/>
              </a:rPr>
              <a:t>Давхцах захиалгыг өгөгдлийн сан хориглоно</a:t>
            </a:r>
          </a:p>
        </p:txBody>
      </p:sp>
      <p:sp>
        <p:nvSpPr>
          <p:cNvPr id="7" name="text-02v6vu-6">
            <a:extLst xmlns:a="http://schemas.openxmlformats.org/drawingml/2006/main">
              <a:ext uri="{FF2B5EF4-FFF2-40B4-BE49-F238E27FC236}">
                <a16:creationId xmlns:a16="http://schemas.microsoft.com/office/drawing/2014/main" id="{5247DB9A-BB67-411A-9C10-3C1A6AE7A8A0}"/>
              </a:ext>
            </a:extLst>
          </p:cNvPr>
          <p:cNvSpPr>
            <a:spLocks xmlns:a="http://schemas.openxmlformats.org/drawingml/2006/main" noGrp="1"/>
          </p:cNvSpPr>
          <p:nvPr/>
        </p:nvSpPr>
        <p:spPr>
          <a:xfrm xmlns:a="http://schemas.openxmlformats.org/drawingml/2006/main">
            <a:off x="685800" y="5019675"/>
            <a:ext cx="571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400" b="1">
                <a:solidFill>
                  <a:srgbClr val="14223B"/>
                </a:solidFill>
                <a:latin typeface="Arial"/>
                <a:ea typeface="Arial"/>
                <a:cs typeface="Arial"/>
              </a:defRPr>
            </a:lvl1pPr>
            <a:lvl2pPr>
              <a:buNone/>
              <a:defRPr sz="2400" b="1">
                <a:solidFill>
                  <a:srgbClr val="14223B"/>
                </a:solidFill>
                <a:latin typeface="Arial"/>
                <a:ea typeface="Arial"/>
                <a:cs typeface="Arial"/>
              </a:defRPr>
            </a:lvl2pPr>
            <a:lvl3pPr>
              <a:buNone/>
              <a:defRPr sz="2400" b="1">
                <a:solidFill>
                  <a:srgbClr val="14223B"/>
                </a:solidFill>
                <a:latin typeface="Arial"/>
                <a:ea typeface="Arial"/>
                <a:cs typeface="Arial"/>
              </a:defRPr>
            </a:lvl3pPr>
            <a:lvl4pPr>
              <a:buNone/>
              <a:defRPr sz="2400" b="1">
                <a:solidFill>
                  <a:srgbClr val="14223B"/>
                </a:solidFill>
                <a:latin typeface="Arial"/>
                <a:ea typeface="Arial"/>
                <a:cs typeface="Arial"/>
              </a:defRPr>
            </a:lvl4pPr>
            <a:lvl5pPr>
              <a:buNone/>
              <a:defRPr sz="2400" b="1">
                <a:solidFill>
                  <a:srgbClr val="14223B"/>
                </a:solidFill>
                <a:latin typeface="Arial"/>
                <a:ea typeface="Arial"/>
                <a:cs typeface="Arial"/>
              </a:defRPr>
            </a:lvl5pPr>
            <a:lvl6pPr>
              <a:buNone/>
              <a:defRPr sz="2400" b="1">
                <a:solidFill>
                  <a:srgbClr val="14223B"/>
                </a:solidFill>
                <a:latin typeface="Arial"/>
                <a:ea typeface="Arial"/>
                <a:cs typeface="Arial"/>
              </a:defRPr>
            </a:lvl6pPr>
            <a:lvl7pPr>
              <a:buNone/>
              <a:defRPr sz="2400" b="1">
                <a:solidFill>
                  <a:srgbClr val="14223B"/>
                </a:solidFill>
                <a:latin typeface="Arial"/>
                <a:ea typeface="Arial"/>
                <a:cs typeface="Arial"/>
              </a:defRPr>
            </a:lvl7pPr>
            <a:lvl8pPr>
              <a:buNone/>
              <a:defRPr sz="2400" b="1">
                <a:solidFill>
                  <a:srgbClr val="14223B"/>
                </a:solidFill>
                <a:latin typeface="Arial"/>
                <a:ea typeface="Arial"/>
                <a:cs typeface="Arial"/>
              </a:defRPr>
            </a:lvl8pPr>
            <a:lvl9pPr>
              <a:buNone/>
              <a:defRPr sz="2400" b="1">
                <a:solidFill>
                  <a:srgbClr val="14223B"/>
                </a:solidFill>
                <a:latin typeface="Arial"/>
                <a:ea typeface="Arial"/>
                <a:cs typeface="Arial"/>
              </a:defRPr>
            </a:lvl9pPr>
          </a:lstStyle>
          <a:p xmlns:a="http://schemas.openxmlformats.org/drawingml/2006/main">
            <a:pPr>
              <a:buNone/>
              <a:defRPr sz="2400" b="1">
                <a:solidFill>
                  <a:srgbClr val="14223B"/>
                </a:solidFill>
                <a:latin typeface="Arial"/>
                <a:ea typeface="Arial"/>
                <a:cs typeface="Arial"/>
              </a:defRPr>
            </a:pPr>
            <a:r>
              <a:rPr sz="2400" b="1">
                <a:solidFill>
                  <a:srgbClr val="14223B"/>
                </a:solidFill>
                <a:latin typeface="Arial"/>
                <a:ea typeface="Arial"/>
                <a:cs typeface="Arial"/>
              </a:rPr>
              <a:t>EXCLUDE constraint</a:t>
            </a:r>
          </a:p>
        </p:txBody>
      </p:sp>
      <p:sp>
        <p:nvSpPr>
          <p:cNvPr id="8" name="text-02v6vu-7">
            <a:extLst xmlns:a="http://schemas.openxmlformats.org/drawingml/2006/main">
              <a:ext uri="{FF2B5EF4-FFF2-40B4-BE49-F238E27FC236}">
                <a16:creationId xmlns:a16="http://schemas.microsoft.com/office/drawing/2014/main" id="{16F6A4A8-0359-4C37-B854-5C4C3DC07B6F}"/>
              </a:ext>
            </a:extLst>
          </p:cNvPr>
          <p:cNvSpPr>
            <a:spLocks xmlns:a="http://schemas.openxmlformats.org/drawingml/2006/main" noGrp="1"/>
          </p:cNvSpPr>
          <p:nvPr/>
        </p:nvSpPr>
        <p:spPr>
          <a:xfrm xmlns:a="http://schemas.openxmlformats.org/drawingml/2006/main">
            <a:off x="685800" y="5591175"/>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875" b="0">
                <a:solidFill>
                  <a:srgbClr val="52637B"/>
                </a:solidFill>
                <a:latin typeface="Arial"/>
                <a:ea typeface="Arial"/>
                <a:cs typeface="Arial"/>
              </a:defRPr>
            </a:lvl1pPr>
            <a:lvl2pPr>
              <a:buNone/>
              <a:defRPr sz="1875" b="0">
                <a:solidFill>
                  <a:srgbClr val="52637B"/>
                </a:solidFill>
                <a:latin typeface="Arial"/>
                <a:ea typeface="Arial"/>
                <a:cs typeface="Arial"/>
              </a:defRPr>
            </a:lvl2pPr>
            <a:lvl3pPr>
              <a:buNone/>
              <a:defRPr sz="1875" b="0">
                <a:solidFill>
                  <a:srgbClr val="52637B"/>
                </a:solidFill>
                <a:latin typeface="Arial"/>
                <a:ea typeface="Arial"/>
                <a:cs typeface="Arial"/>
              </a:defRPr>
            </a:lvl3pPr>
            <a:lvl4pPr>
              <a:buNone/>
              <a:defRPr sz="1875" b="0">
                <a:solidFill>
                  <a:srgbClr val="52637B"/>
                </a:solidFill>
                <a:latin typeface="Arial"/>
                <a:ea typeface="Arial"/>
                <a:cs typeface="Arial"/>
              </a:defRPr>
            </a:lvl4pPr>
            <a:lvl5pPr>
              <a:buNone/>
              <a:defRPr sz="1875" b="0">
                <a:solidFill>
                  <a:srgbClr val="52637B"/>
                </a:solidFill>
                <a:latin typeface="Arial"/>
                <a:ea typeface="Arial"/>
                <a:cs typeface="Arial"/>
              </a:defRPr>
            </a:lvl5pPr>
            <a:lvl6pPr>
              <a:buNone/>
              <a:defRPr sz="1875" b="0">
                <a:solidFill>
                  <a:srgbClr val="52637B"/>
                </a:solidFill>
                <a:latin typeface="Arial"/>
                <a:ea typeface="Arial"/>
                <a:cs typeface="Arial"/>
              </a:defRPr>
            </a:lvl6pPr>
            <a:lvl7pPr>
              <a:buNone/>
              <a:defRPr sz="1875" b="0">
                <a:solidFill>
                  <a:srgbClr val="52637B"/>
                </a:solidFill>
                <a:latin typeface="Arial"/>
                <a:ea typeface="Arial"/>
                <a:cs typeface="Arial"/>
              </a:defRPr>
            </a:lvl7pPr>
            <a:lvl8pPr>
              <a:buNone/>
              <a:defRPr sz="1875" b="0">
                <a:solidFill>
                  <a:srgbClr val="52637B"/>
                </a:solidFill>
                <a:latin typeface="Arial"/>
                <a:ea typeface="Arial"/>
                <a:cs typeface="Arial"/>
              </a:defRPr>
            </a:lvl8pPr>
            <a:lvl9pPr>
              <a:buNone/>
              <a:defRPr sz="1875" b="0">
                <a:solidFill>
                  <a:srgbClr val="52637B"/>
                </a:solidFill>
                <a:latin typeface="Arial"/>
                <a:ea typeface="Arial"/>
                <a:cs typeface="Arial"/>
              </a:defRPr>
            </a:lvl9pPr>
          </a:lstStyle>
          <a:p xmlns:a="http://schemas.openxmlformats.org/drawingml/2006/main">
            <a:pPr>
              <a:buNone/>
              <a:defRPr sz="1875" b="0">
                <a:solidFill>
                  <a:srgbClr val="52637B"/>
                </a:solidFill>
                <a:latin typeface="Arial"/>
                <a:ea typeface="Arial"/>
                <a:cs typeface="Arial"/>
              </a:defRPr>
            </a:pPr>
            <a:r>
              <a:rPr sz="1875" b="0">
                <a:solidFill>
                  <a:srgbClr val="52637B"/>
                </a:solidFill>
                <a:latin typeface="Arial"/>
                <a:ea typeface="Arial"/>
                <a:cs typeface="Arial"/>
              </a:rPr>
              <a:t>Хугацааны давхцлыг шалгана</a:t>
            </a:r>
          </a:p>
        </p:txBody>
      </p:sp>
      <p:sp>
        <p:nvSpPr>
          <p:cNvPr id="9" name="text-02v6vu-8">
            <a:extLst xmlns:a="http://schemas.openxmlformats.org/drawingml/2006/main">
              <a:ext uri="{FF2B5EF4-FFF2-40B4-BE49-F238E27FC236}">
                <a16:creationId xmlns:a16="http://schemas.microsoft.com/office/drawing/2014/main" id="{9E0C9B73-F9C9-4303-964C-CD678AEFF42A}"/>
              </a:ext>
            </a:extLst>
          </p:cNvPr>
          <p:cNvSpPr>
            <a:spLocks xmlns:a="http://schemas.openxmlformats.org/drawingml/2006/main" noGrp="1"/>
          </p:cNvSpPr>
          <p:nvPr/>
        </p:nvSpPr>
        <p:spPr>
          <a:xfrm xmlns:a="http://schemas.openxmlformats.org/drawingml/2006/main">
            <a:off x="7143750" y="5019675"/>
            <a:ext cx="4362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400" b="1">
                <a:solidFill>
                  <a:srgbClr val="14223B"/>
                </a:solidFill>
                <a:latin typeface="Arial"/>
                <a:ea typeface="Arial"/>
                <a:cs typeface="Arial"/>
              </a:defRPr>
            </a:lvl1pPr>
            <a:lvl2pPr>
              <a:buNone/>
              <a:defRPr sz="2400" b="1">
                <a:solidFill>
                  <a:srgbClr val="14223B"/>
                </a:solidFill>
                <a:latin typeface="Arial"/>
                <a:ea typeface="Arial"/>
                <a:cs typeface="Arial"/>
              </a:defRPr>
            </a:lvl2pPr>
            <a:lvl3pPr>
              <a:buNone/>
              <a:defRPr sz="2400" b="1">
                <a:solidFill>
                  <a:srgbClr val="14223B"/>
                </a:solidFill>
                <a:latin typeface="Arial"/>
                <a:ea typeface="Arial"/>
                <a:cs typeface="Arial"/>
              </a:defRPr>
            </a:lvl3pPr>
            <a:lvl4pPr>
              <a:buNone/>
              <a:defRPr sz="2400" b="1">
                <a:solidFill>
                  <a:srgbClr val="14223B"/>
                </a:solidFill>
                <a:latin typeface="Arial"/>
                <a:ea typeface="Arial"/>
                <a:cs typeface="Arial"/>
              </a:defRPr>
            </a:lvl4pPr>
            <a:lvl5pPr>
              <a:buNone/>
              <a:defRPr sz="2400" b="1">
                <a:solidFill>
                  <a:srgbClr val="14223B"/>
                </a:solidFill>
                <a:latin typeface="Arial"/>
                <a:ea typeface="Arial"/>
                <a:cs typeface="Arial"/>
              </a:defRPr>
            </a:lvl5pPr>
            <a:lvl6pPr>
              <a:buNone/>
              <a:defRPr sz="2400" b="1">
                <a:solidFill>
                  <a:srgbClr val="14223B"/>
                </a:solidFill>
                <a:latin typeface="Arial"/>
                <a:ea typeface="Arial"/>
                <a:cs typeface="Arial"/>
              </a:defRPr>
            </a:lvl6pPr>
            <a:lvl7pPr>
              <a:buNone/>
              <a:defRPr sz="2400" b="1">
                <a:solidFill>
                  <a:srgbClr val="14223B"/>
                </a:solidFill>
                <a:latin typeface="Arial"/>
                <a:ea typeface="Arial"/>
                <a:cs typeface="Arial"/>
              </a:defRPr>
            </a:lvl7pPr>
            <a:lvl8pPr>
              <a:buNone/>
              <a:defRPr sz="2400" b="1">
                <a:solidFill>
                  <a:srgbClr val="14223B"/>
                </a:solidFill>
                <a:latin typeface="Arial"/>
                <a:ea typeface="Arial"/>
                <a:cs typeface="Arial"/>
              </a:defRPr>
            </a:lvl8pPr>
            <a:lvl9pPr>
              <a:buNone/>
              <a:defRPr sz="2400" b="1">
                <a:solidFill>
                  <a:srgbClr val="14223B"/>
                </a:solidFill>
                <a:latin typeface="Arial"/>
                <a:ea typeface="Arial"/>
                <a:cs typeface="Arial"/>
              </a:defRPr>
            </a:lvl9pPr>
          </a:lstStyle>
          <a:p xmlns:a="http://schemas.openxmlformats.org/drawingml/2006/main">
            <a:pPr>
              <a:buNone/>
              <a:defRPr sz="2400" b="1">
                <a:solidFill>
                  <a:srgbClr val="14223B"/>
                </a:solidFill>
                <a:latin typeface="Arial"/>
                <a:ea typeface="Arial"/>
                <a:cs typeface="Arial"/>
              </a:defRPr>
            </a:pPr>
            <a:r>
              <a:rPr sz="2400" b="1">
                <a:solidFill>
                  <a:srgbClr val="14223B"/>
                </a:solidFill>
                <a:latin typeface="Arial"/>
                <a:ea typeface="Arial"/>
                <a:cs typeface="Arial"/>
              </a:rPr>
              <a:t>request_id UNIQUE</a:t>
            </a:r>
          </a:p>
        </p:txBody>
      </p:sp>
      <p:sp>
        <p:nvSpPr>
          <p:cNvPr id="10" name="text-02v6vu-9">
            <a:extLst xmlns:a="http://schemas.openxmlformats.org/drawingml/2006/main">
              <a:ext uri="{FF2B5EF4-FFF2-40B4-BE49-F238E27FC236}">
                <a16:creationId xmlns:a16="http://schemas.microsoft.com/office/drawing/2014/main" id="{87788353-3999-466E-86D3-EE963E84E087}"/>
              </a:ext>
            </a:extLst>
          </p:cNvPr>
          <p:cNvSpPr>
            <a:spLocks xmlns:a="http://schemas.openxmlformats.org/drawingml/2006/main" noGrp="1"/>
          </p:cNvSpPr>
          <p:nvPr/>
        </p:nvSpPr>
        <p:spPr>
          <a:xfrm xmlns:a="http://schemas.openxmlformats.org/drawingml/2006/main">
            <a:off x="7143750" y="5591175"/>
            <a:ext cx="4362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875" b="0">
                <a:solidFill>
                  <a:srgbClr val="52637B"/>
                </a:solidFill>
                <a:latin typeface="Arial"/>
                <a:ea typeface="Arial"/>
                <a:cs typeface="Arial"/>
              </a:defRPr>
            </a:lvl1pPr>
            <a:lvl2pPr>
              <a:buNone/>
              <a:defRPr sz="1875" b="0">
                <a:solidFill>
                  <a:srgbClr val="52637B"/>
                </a:solidFill>
                <a:latin typeface="Arial"/>
                <a:ea typeface="Arial"/>
                <a:cs typeface="Arial"/>
              </a:defRPr>
            </a:lvl2pPr>
            <a:lvl3pPr>
              <a:buNone/>
              <a:defRPr sz="1875" b="0">
                <a:solidFill>
                  <a:srgbClr val="52637B"/>
                </a:solidFill>
                <a:latin typeface="Arial"/>
                <a:ea typeface="Arial"/>
                <a:cs typeface="Arial"/>
              </a:defRPr>
            </a:lvl3pPr>
            <a:lvl4pPr>
              <a:buNone/>
              <a:defRPr sz="1875" b="0">
                <a:solidFill>
                  <a:srgbClr val="52637B"/>
                </a:solidFill>
                <a:latin typeface="Arial"/>
                <a:ea typeface="Arial"/>
                <a:cs typeface="Arial"/>
              </a:defRPr>
            </a:lvl4pPr>
            <a:lvl5pPr>
              <a:buNone/>
              <a:defRPr sz="1875" b="0">
                <a:solidFill>
                  <a:srgbClr val="52637B"/>
                </a:solidFill>
                <a:latin typeface="Arial"/>
                <a:ea typeface="Arial"/>
                <a:cs typeface="Arial"/>
              </a:defRPr>
            </a:lvl5pPr>
            <a:lvl6pPr>
              <a:buNone/>
              <a:defRPr sz="1875" b="0">
                <a:solidFill>
                  <a:srgbClr val="52637B"/>
                </a:solidFill>
                <a:latin typeface="Arial"/>
                <a:ea typeface="Arial"/>
                <a:cs typeface="Arial"/>
              </a:defRPr>
            </a:lvl6pPr>
            <a:lvl7pPr>
              <a:buNone/>
              <a:defRPr sz="1875" b="0">
                <a:solidFill>
                  <a:srgbClr val="52637B"/>
                </a:solidFill>
                <a:latin typeface="Arial"/>
                <a:ea typeface="Arial"/>
                <a:cs typeface="Arial"/>
              </a:defRPr>
            </a:lvl7pPr>
            <a:lvl8pPr>
              <a:buNone/>
              <a:defRPr sz="1875" b="0">
                <a:solidFill>
                  <a:srgbClr val="52637B"/>
                </a:solidFill>
                <a:latin typeface="Arial"/>
                <a:ea typeface="Arial"/>
                <a:cs typeface="Arial"/>
              </a:defRPr>
            </a:lvl8pPr>
            <a:lvl9pPr>
              <a:buNone/>
              <a:defRPr sz="1875" b="0">
                <a:solidFill>
                  <a:srgbClr val="52637B"/>
                </a:solidFill>
                <a:latin typeface="Arial"/>
                <a:ea typeface="Arial"/>
                <a:cs typeface="Arial"/>
              </a:defRPr>
            </a:lvl9pPr>
          </a:lstStyle>
          <a:p xmlns:a="http://schemas.openxmlformats.org/drawingml/2006/main">
            <a:pPr>
              <a:buNone/>
              <a:defRPr sz="1875" b="0">
                <a:solidFill>
                  <a:srgbClr val="52637B"/>
                </a:solidFill>
                <a:latin typeface="Arial"/>
                <a:ea typeface="Arial"/>
                <a:cs typeface="Arial"/>
              </a:defRPr>
            </a:pPr>
            <a:r>
              <a:rPr sz="1875" b="0">
                <a:solidFill>
                  <a:srgbClr val="52637B"/>
                </a:solidFill>
                <a:latin typeface="Arial"/>
                <a:ea typeface="Arial"/>
                <a:cs typeface="Arial"/>
              </a:rPr>
              <a:t>Давхар хүсэлтийг хязгаарлана</a:t>
            </a:r>
          </a:p>
        </p:txBody>
      </p:sp>
    </p:spTree>
    <p:extLst>
      <p:ext uri="{BB962C8B-B14F-4D97-AF65-F5344CB8AC3E}">
        <p14:creationId xmlns:p14="http://schemas.microsoft.com/office/powerpoint/2010/main" val="1165349222"/>
      </p:ext>
    </p:extLst>
  </p:cSld>
</p:sld>
</file>

<file path=ppt/slides/slide9.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11" name="text-3dvf38-0">
            <a:extLst xmlns:a="http://schemas.openxmlformats.org/drawingml/2006/main">
              <a:ext uri="{FF2B5EF4-FFF2-40B4-BE49-F238E27FC236}">
                <a16:creationId xmlns:a16="http://schemas.microsoft.com/office/drawing/2014/main" id="{A7B9ACB2-3B82-42E3-88AB-224A5FD63650}"/>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3450" b="1">
                <a:solidFill>
                  <a:srgbClr val="14223B"/>
                </a:solidFill>
                <a:latin typeface="Arial"/>
                <a:ea typeface="Arial"/>
                <a:cs typeface="Arial"/>
              </a:defRPr>
            </a:lvl1pPr>
            <a:lvl2pPr>
              <a:buNone/>
              <a:defRPr sz="3450" b="1">
                <a:solidFill>
                  <a:srgbClr val="14223B"/>
                </a:solidFill>
                <a:latin typeface="Arial"/>
                <a:ea typeface="Arial"/>
                <a:cs typeface="Arial"/>
              </a:defRPr>
            </a:lvl2pPr>
            <a:lvl3pPr>
              <a:buNone/>
              <a:defRPr sz="3450" b="1">
                <a:solidFill>
                  <a:srgbClr val="14223B"/>
                </a:solidFill>
                <a:latin typeface="Arial"/>
                <a:ea typeface="Arial"/>
                <a:cs typeface="Arial"/>
              </a:defRPr>
            </a:lvl3pPr>
            <a:lvl4pPr>
              <a:buNone/>
              <a:defRPr sz="3450" b="1">
                <a:solidFill>
                  <a:srgbClr val="14223B"/>
                </a:solidFill>
                <a:latin typeface="Arial"/>
                <a:ea typeface="Arial"/>
                <a:cs typeface="Arial"/>
              </a:defRPr>
            </a:lvl4pPr>
            <a:lvl5pPr>
              <a:buNone/>
              <a:defRPr sz="3450" b="1">
                <a:solidFill>
                  <a:srgbClr val="14223B"/>
                </a:solidFill>
                <a:latin typeface="Arial"/>
                <a:ea typeface="Arial"/>
                <a:cs typeface="Arial"/>
              </a:defRPr>
            </a:lvl5pPr>
            <a:lvl6pPr>
              <a:buNone/>
              <a:defRPr sz="3450" b="1">
                <a:solidFill>
                  <a:srgbClr val="14223B"/>
                </a:solidFill>
                <a:latin typeface="Arial"/>
                <a:ea typeface="Arial"/>
                <a:cs typeface="Arial"/>
              </a:defRPr>
            </a:lvl6pPr>
            <a:lvl7pPr>
              <a:buNone/>
              <a:defRPr sz="3450" b="1">
                <a:solidFill>
                  <a:srgbClr val="14223B"/>
                </a:solidFill>
                <a:latin typeface="Arial"/>
                <a:ea typeface="Arial"/>
                <a:cs typeface="Arial"/>
              </a:defRPr>
            </a:lvl7pPr>
            <a:lvl8pPr>
              <a:buNone/>
              <a:defRPr sz="3450" b="1">
                <a:solidFill>
                  <a:srgbClr val="14223B"/>
                </a:solidFill>
                <a:latin typeface="Arial"/>
                <a:ea typeface="Arial"/>
                <a:cs typeface="Arial"/>
              </a:defRPr>
            </a:lvl8pPr>
            <a:lvl9pPr>
              <a:buNone/>
              <a:defRPr sz="3450" b="1">
                <a:solidFill>
                  <a:srgbClr val="14223B"/>
                </a:solidFill>
                <a:latin typeface="Arial"/>
                <a:ea typeface="Arial"/>
                <a:cs typeface="Arial"/>
              </a:defRPr>
            </a:lvl9pPr>
          </a:lstStyle>
          <a:p xmlns:a="http://schemas.openxmlformats.org/drawingml/2006/main">
            <a:pPr>
              <a:buNone/>
              <a:defRPr sz="3450" b="1">
                <a:solidFill>
                  <a:srgbClr val="14223B"/>
                </a:solidFill>
                <a:latin typeface="Arial"/>
                <a:ea typeface="Arial"/>
                <a:cs typeface="Arial"/>
              </a:defRPr>
            </a:pPr>
            <a:r>
              <a:rPr sz="3450" b="1">
                <a:solidFill>
                  <a:srgbClr val="14223B"/>
                </a:solidFill>
                <a:latin typeface="Arial"/>
                <a:ea typeface="Arial"/>
                <a:cs typeface="Arial"/>
              </a:rPr>
              <a:t>Онооны урамшуулал</a:t>
            </a:r>
          </a:p>
        </p:txBody>
      </p:sp>
      <p:sp>
        <p:nvSpPr>
          <p:cNvPr id="2" name="text-3dvf38-1">
            <a:extLst xmlns:a="http://schemas.openxmlformats.org/drawingml/2006/main">
              <a:ext uri="{FF2B5EF4-FFF2-40B4-BE49-F238E27FC236}">
                <a16:creationId xmlns:a16="http://schemas.microsoft.com/office/drawing/2014/main" id="{95482CCC-AD53-4B37-AAC6-EEFD76CAD57A}"/>
              </a:ext>
            </a:extLst>
          </p:cNvPr>
          <p:cNvSpPr>
            <a:spLocks xmlns:a="http://schemas.openxmlformats.org/drawingml/2006/main" noGrp="1"/>
          </p:cNvSpPr>
          <p:nvPr/>
        </p:nvSpPr>
        <p:spPr>
          <a:xfrm xmlns:a="http://schemas.openxmlformats.org/drawingml/2006/main">
            <a:off x="109347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350" b="0">
                <a:solidFill>
                  <a:srgbClr val="52637B"/>
                </a:solidFill>
                <a:latin typeface="Arial"/>
                <a:ea typeface="Arial"/>
                <a:cs typeface="Arial"/>
              </a:defRPr>
            </a:lvl1pPr>
            <a:lvl2pPr>
              <a:buNone/>
              <a:defRPr sz="1350" b="0">
                <a:solidFill>
                  <a:srgbClr val="52637B"/>
                </a:solidFill>
                <a:latin typeface="Arial"/>
                <a:ea typeface="Arial"/>
                <a:cs typeface="Arial"/>
              </a:defRPr>
            </a:lvl2pPr>
            <a:lvl3pPr>
              <a:buNone/>
              <a:defRPr sz="1350" b="0">
                <a:solidFill>
                  <a:srgbClr val="52637B"/>
                </a:solidFill>
                <a:latin typeface="Arial"/>
                <a:ea typeface="Arial"/>
                <a:cs typeface="Arial"/>
              </a:defRPr>
            </a:lvl3pPr>
            <a:lvl4pPr>
              <a:buNone/>
              <a:defRPr sz="1350" b="0">
                <a:solidFill>
                  <a:srgbClr val="52637B"/>
                </a:solidFill>
                <a:latin typeface="Arial"/>
                <a:ea typeface="Arial"/>
                <a:cs typeface="Arial"/>
              </a:defRPr>
            </a:lvl4pPr>
            <a:lvl5pPr>
              <a:buNone/>
              <a:defRPr sz="1350" b="0">
                <a:solidFill>
                  <a:srgbClr val="52637B"/>
                </a:solidFill>
                <a:latin typeface="Arial"/>
                <a:ea typeface="Arial"/>
                <a:cs typeface="Arial"/>
              </a:defRPr>
            </a:lvl5pPr>
            <a:lvl6pPr>
              <a:buNone/>
              <a:defRPr sz="1350" b="0">
                <a:solidFill>
                  <a:srgbClr val="52637B"/>
                </a:solidFill>
                <a:latin typeface="Arial"/>
                <a:ea typeface="Arial"/>
                <a:cs typeface="Arial"/>
              </a:defRPr>
            </a:lvl6pPr>
            <a:lvl7pPr>
              <a:buNone/>
              <a:defRPr sz="1350" b="0">
                <a:solidFill>
                  <a:srgbClr val="52637B"/>
                </a:solidFill>
                <a:latin typeface="Arial"/>
                <a:ea typeface="Arial"/>
                <a:cs typeface="Arial"/>
              </a:defRPr>
            </a:lvl7pPr>
            <a:lvl8pPr>
              <a:buNone/>
              <a:defRPr sz="1350" b="0">
                <a:solidFill>
                  <a:srgbClr val="52637B"/>
                </a:solidFill>
                <a:latin typeface="Arial"/>
                <a:ea typeface="Arial"/>
                <a:cs typeface="Arial"/>
              </a:defRPr>
            </a:lvl8pPr>
            <a:lvl9pPr>
              <a:buNone/>
              <a:defRPr sz="1350" b="0">
                <a:solidFill>
                  <a:srgbClr val="52637B"/>
                </a:solidFill>
                <a:latin typeface="Arial"/>
                <a:ea typeface="Arial"/>
                <a:cs typeface="Arial"/>
              </a:defRPr>
            </a:lvl9pPr>
          </a:lstStyle>
          <a:p xmlns:a="http://schemas.openxmlformats.org/drawingml/2006/main">
            <a:pPr>
              <a:buNone/>
              <a:defRPr sz="1350" b="0">
                <a:solidFill>
                  <a:srgbClr val="52637B"/>
                </a:solidFill>
                <a:latin typeface="Arial"/>
                <a:ea typeface="Arial"/>
                <a:cs typeface="Arial"/>
              </a:defRPr>
            </a:pPr>
            <a:r>
              <a:rPr sz="1350" b="0">
                <a:solidFill>
                  <a:srgbClr val="52637B"/>
                </a:solidFill>
                <a:latin typeface="Arial"/>
                <a:ea typeface="Arial"/>
                <a:cs typeface="Arial"/>
              </a:rPr>
              <a:t>09</a:t>
            </a:r>
          </a:p>
        </p:txBody>
      </p:sp>
      <p:sp>
        <p:nvSpPr>
          <p:cNvPr id="3" name="text-3dvf38-2">
            <a:extLst xmlns:a="http://schemas.openxmlformats.org/drawingml/2006/main">
              <a:ext uri="{FF2B5EF4-FFF2-40B4-BE49-F238E27FC236}">
                <a16:creationId xmlns:a16="http://schemas.microsoft.com/office/drawing/2014/main" id="{637C8750-8916-43F2-96E5-A82F70FC15A8}"/>
              </a:ext>
            </a:extLst>
          </p:cNvPr>
          <p:cNvSpPr>
            <a:spLocks xmlns:a="http://schemas.openxmlformats.org/drawingml/2006/main" noGrp="1"/>
          </p:cNvSpPr>
          <p:nvPr/>
        </p:nvSpPr>
        <p:spPr>
          <a:xfrm xmlns:a="http://schemas.openxmlformats.org/drawingml/2006/main">
            <a:off x="685800" y="20193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6000" b="1">
                <a:solidFill>
                  <a:srgbClr val="2459DA"/>
                </a:solidFill>
                <a:latin typeface="Arial"/>
                <a:ea typeface="Arial"/>
                <a:cs typeface="Arial"/>
              </a:defRPr>
            </a:lvl1pPr>
            <a:lvl2pPr>
              <a:buNone/>
              <a:defRPr sz="6000" b="1">
                <a:solidFill>
                  <a:srgbClr val="2459DA"/>
                </a:solidFill>
                <a:latin typeface="Arial"/>
                <a:ea typeface="Arial"/>
                <a:cs typeface="Arial"/>
              </a:defRPr>
            </a:lvl2pPr>
            <a:lvl3pPr>
              <a:buNone/>
              <a:defRPr sz="6000" b="1">
                <a:solidFill>
                  <a:srgbClr val="2459DA"/>
                </a:solidFill>
                <a:latin typeface="Arial"/>
                <a:ea typeface="Arial"/>
                <a:cs typeface="Arial"/>
              </a:defRPr>
            </a:lvl3pPr>
            <a:lvl4pPr>
              <a:buNone/>
              <a:defRPr sz="6000" b="1">
                <a:solidFill>
                  <a:srgbClr val="2459DA"/>
                </a:solidFill>
                <a:latin typeface="Arial"/>
                <a:ea typeface="Arial"/>
                <a:cs typeface="Arial"/>
              </a:defRPr>
            </a:lvl4pPr>
            <a:lvl5pPr>
              <a:buNone/>
              <a:defRPr sz="6000" b="1">
                <a:solidFill>
                  <a:srgbClr val="2459DA"/>
                </a:solidFill>
                <a:latin typeface="Arial"/>
                <a:ea typeface="Arial"/>
                <a:cs typeface="Arial"/>
              </a:defRPr>
            </a:lvl5pPr>
            <a:lvl6pPr>
              <a:buNone/>
              <a:defRPr sz="6000" b="1">
                <a:solidFill>
                  <a:srgbClr val="2459DA"/>
                </a:solidFill>
                <a:latin typeface="Arial"/>
                <a:ea typeface="Arial"/>
                <a:cs typeface="Arial"/>
              </a:defRPr>
            </a:lvl6pPr>
            <a:lvl7pPr>
              <a:buNone/>
              <a:defRPr sz="6000" b="1">
                <a:solidFill>
                  <a:srgbClr val="2459DA"/>
                </a:solidFill>
                <a:latin typeface="Arial"/>
                <a:ea typeface="Arial"/>
                <a:cs typeface="Arial"/>
              </a:defRPr>
            </a:lvl7pPr>
            <a:lvl8pPr>
              <a:buNone/>
              <a:defRPr sz="6000" b="1">
                <a:solidFill>
                  <a:srgbClr val="2459DA"/>
                </a:solidFill>
                <a:latin typeface="Arial"/>
                <a:ea typeface="Arial"/>
                <a:cs typeface="Arial"/>
              </a:defRPr>
            </a:lvl8pPr>
            <a:lvl9pPr>
              <a:buNone/>
              <a:defRPr sz="6000" b="1">
                <a:solidFill>
                  <a:srgbClr val="2459DA"/>
                </a:solidFill>
                <a:latin typeface="Arial"/>
                <a:ea typeface="Arial"/>
                <a:cs typeface="Arial"/>
              </a:defRPr>
            </a:lvl9pPr>
          </a:lstStyle>
          <a:p xmlns:a="http://schemas.openxmlformats.org/drawingml/2006/main">
            <a:pPr>
              <a:buNone/>
              <a:defRPr sz="6000" b="1">
                <a:solidFill>
                  <a:srgbClr val="2459DA"/>
                </a:solidFill>
                <a:latin typeface="Arial"/>
                <a:ea typeface="Arial"/>
                <a:cs typeface="Arial"/>
              </a:defRPr>
            </a:pPr>
            <a:r>
              <a:rPr sz="6000" b="1">
                <a:solidFill>
                  <a:srgbClr val="2459DA"/>
                </a:solidFill>
                <a:latin typeface="Arial"/>
                <a:ea typeface="Arial"/>
                <a:cs typeface="Arial"/>
              </a:rPr>
              <a:t>1 оноо = 1₮</a:t>
            </a:r>
          </a:p>
        </p:txBody>
      </p:sp>
      <p:sp>
        <p:nvSpPr>
          <p:cNvPr id="4" name="text-3dvf38-3">
            <a:extLst xmlns:a="http://schemas.openxmlformats.org/drawingml/2006/main">
              <a:ext uri="{FF2B5EF4-FFF2-40B4-BE49-F238E27FC236}">
                <a16:creationId xmlns:a16="http://schemas.microsoft.com/office/drawing/2014/main" id="{D4731886-939B-4E47-B074-B5CBB0DD9E98}"/>
              </a:ext>
            </a:extLst>
          </p:cNvPr>
          <p:cNvSpPr>
            <a:spLocks xmlns:a="http://schemas.openxmlformats.org/drawingml/2006/main" noGrp="1"/>
          </p:cNvSpPr>
          <p:nvPr/>
        </p:nvSpPr>
        <p:spPr>
          <a:xfrm xmlns:a="http://schemas.openxmlformats.org/drawingml/2006/main">
            <a:off x="685800" y="3848100"/>
            <a:ext cx="3524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4500" b="1">
                <a:solidFill>
                  <a:srgbClr val="14223B"/>
                </a:solidFill>
                <a:latin typeface="Arial"/>
                <a:ea typeface="Arial"/>
                <a:cs typeface="Arial"/>
              </a:defRPr>
            </a:lvl1pPr>
            <a:lvl2pPr>
              <a:buNone/>
              <a:defRPr sz="4500" b="1">
                <a:solidFill>
                  <a:srgbClr val="14223B"/>
                </a:solidFill>
                <a:latin typeface="Arial"/>
                <a:ea typeface="Arial"/>
                <a:cs typeface="Arial"/>
              </a:defRPr>
            </a:lvl2pPr>
            <a:lvl3pPr>
              <a:buNone/>
              <a:defRPr sz="4500" b="1">
                <a:solidFill>
                  <a:srgbClr val="14223B"/>
                </a:solidFill>
                <a:latin typeface="Arial"/>
                <a:ea typeface="Arial"/>
                <a:cs typeface="Arial"/>
              </a:defRPr>
            </a:lvl3pPr>
            <a:lvl4pPr>
              <a:buNone/>
              <a:defRPr sz="4500" b="1">
                <a:solidFill>
                  <a:srgbClr val="14223B"/>
                </a:solidFill>
                <a:latin typeface="Arial"/>
                <a:ea typeface="Arial"/>
                <a:cs typeface="Arial"/>
              </a:defRPr>
            </a:lvl4pPr>
            <a:lvl5pPr>
              <a:buNone/>
              <a:defRPr sz="4500" b="1">
                <a:solidFill>
                  <a:srgbClr val="14223B"/>
                </a:solidFill>
                <a:latin typeface="Arial"/>
                <a:ea typeface="Arial"/>
                <a:cs typeface="Arial"/>
              </a:defRPr>
            </a:lvl5pPr>
            <a:lvl6pPr>
              <a:buNone/>
              <a:defRPr sz="4500" b="1">
                <a:solidFill>
                  <a:srgbClr val="14223B"/>
                </a:solidFill>
                <a:latin typeface="Arial"/>
                <a:ea typeface="Arial"/>
                <a:cs typeface="Arial"/>
              </a:defRPr>
            </a:lvl6pPr>
            <a:lvl7pPr>
              <a:buNone/>
              <a:defRPr sz="4500" b="1">
                <a:solidFill>
                  <a:srgbClr val="14223B"/>
                </a:solidFill>
                <a:latin typeface="Arial"/>
                <a:ea typeface="Arial"/>
                <a:cs typeface="Arial"/>
              </a:defRPr>
            </a:lvl7pPr>
            <a:lvl8pPr>
              <a:buNone/>
              <a:defRPr sz="4500" b="1">
                <a:solidFill>
                  <a:srgbClr val="14223B"/>
                </a:solidFill>
                <a:latin typeface="Arial"/>
                <a:ea typeface="Arial"/>
                <a:cs typeface="Arial"/>
              </a:defRPr>
            </a:lvl8pPr>
            <a:lvl9pPr>
              <a:buNone/>
              <a:defRPr sz="4500" b="1">
                <a:solidFill>
                  <a:srgbClr val="14223B"/>
                </a:solidFill>
                <a:latin typeface="Arial"/>
                <a:ea typeface="Arial"/>
                <a:cs typeface="Arial"/>
              </a:defRPr>
            </a:lvl9pPr>
          </a:lstStyle>
          <a:p xmlns:a="http://schemas.openxmlformats.org/drawingml/2006/main">
            <a:pPr>
              <a:buNone/>
              <a:defRPr sz="4500" b="1">
                <a:solidFill>
                  <a:srgbClr val="14223B"/>
                </a:solidFill>
                <a:latin typeface="Arial"/>
                <a:ea typeface="Arial"/>
                <a:cs typeface="Arial"/>
              </a:defRPr>
            </a:pPr>
            <a:r>
              <a:rPr sz="4500" b="1">
                <a:solidFill>
                  <a:srgbClr val="14223B"/>
                </a:solidFill>
                <a:latin typeface="Arial"/>
                <a:ea typeface="Arial"/>
                <a:cs typeface="Arial"/>
              </a:rPr>
              <a:t>5%</a:t>
            </a:r>
          </a:p>
        </p:txBody>
      </p:sp>
      <p:sp>
        <p:nvSpPr>
          <p:cNvPr id="5" name="text-3dvf38-4">
            <a:extLst xmlns:a="http://schemas.openxmlformats.org/drawingml/2006/main">
              <a:ext uri="{FF2B5EF4-FFF2-40B4-BE49-F238E27FC236}">
                <a16:creationId xmlns:a16="http://schemas.microsoft.com/office/drawing/2014/main" id="{02D5A363-614C-4490-8437-D2AE96FC537B}"/>
              </a:ext>
            </a:extLst>
          </p:cNvPr>
          <p:cNvSpPr>
            <a:spLocks xmlns:a="http://schemas.openxmlformats.org/drawingml/2006/main" noGrp="1"/>
          </p:cNvSpPr>
          <p:nvPr/>
        </p:nvSpPr>
        <p:spPr>
          <a:xfrm xmlns:a="http://schemas.openxmlformats.org/drawingml/2006/main">
            <a:off x="685800" y="48577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950" b="0">
                <a:solidFill>
                  <a:srgbClr val="52637B"/>
                </a:solidFill>
                <a:latin typeface="Arial"/>
                <a:ea typeface="Arial"/>
                <a:cs typeface="Arial"/>
              </a:defRPr>
            </a:lvl1pPr>
            <a:lvl2pPr>
              <a:buNone/>
              <a:defRPr sz="1950" b="0">
                <a:solidFill>
                  <a:srgbClr val="52637B"/>
                </a:solidFill>
                <a:latin typeface="Arial"/>
                <a:ea typeface="Arial"/>
                <a:cs typeface="Arial"/>
              </a:defRPr>
            </a:lvl2pPr>
            <a:lvl3pPr>
              <a:buNone/>
              <a:defRPr sz="1950" b="0">
                <a:solidFill>
                  <a:srgbClr val="52637B"/>
                </a:solidFill>
                <a:latin typeface="Arial"/>
                <a:ea typeface="Arial"/>
                <a:cs typeface="Arial"/>
              </a:defRPr>
            </a:lvl3pPr>
            <a:lvl4pPr>
              <a:buNone/>
              <a:defRPr sz="1950" b="0">
                <a:solidFill>
                  <a:srgbClr val="52637B"/>
                </a:solidFill>
                <a:latin typeface="Arial"/>
                <a:ea typeface="Arial"/>
                <a:cs typeface="Arial"/>
              </a:defRPr>
            </a:lvl4pPr>
            <a:lvl5pPr>
              <a:buNone/>
              <a:defRPr sz="1950" b="0">
                <a:solidFill>
                  <a:srgbClr val="52637B"/>
                </a:solidFill>
                <a:latin typeface="Arial"/>
                <a:ea typeface="Arial"/>
                <a:cs typeface="Arial"/>
              </a:defRPr>
            </a:lvl5pPr>
            <a:lvl6pPr>
              <a:buNone/>
              <a:defRPr sz="1950" b="0">
                <a:solidFill>
                  <a:srgbClr val="52637B"/>
                </a:solidFill>
                <a:latin typeface="Arial"/>
                <a:ea typeface="Arial"/>
                <a:cs typeface="Arial"/>
              </a:defRPr>
            </a:lvl6pPr>
            <a:lvl7pPr>
              <a:buNone/>
              <a:defRPr sz="1950" b="0">
                <a:solidFill>
                  <a:srgbClr val="52637B"/>
                </a:solidFill>
                <a:latin typeface="Arial"/>
                <a:ea typeface="Arial"/>
                <a:cs typeface="Arial"/>
              </a:defRPr>
            </a:lvl7pPr>
            <a:lvl8pPr>
              <a:buNone/>
              <a:defRPr sz="1950" b="0">
                <a:solidFill>
                  <a:srgbClr val="52637B"/>
                </a:solidFill>
                <a:latin typeface="Arial"/>
                <a:ea typeface="Arial"/>
                <a:cs typeface="Arial"/>
              </a:defRPr>
            </a:lvl8pPr>
            <a:lvl9pPr>
              <a:buNone/>
              <a:defRPr sz="1950" b="0">
                <a:solidFill>
                  <a:srgbClr val="52637B"/>
                </a:solidFill>
                <a:latin typeface="Arial"/>
                <a:ea typeface="Arial"/>
                <a:cs typeface="Arial"/>
              </a:defRPr>
            </a:lvl9pPr>
          </a:lstStyle>
          <a:p xmlns:a="http://schemas.openxmlformats.org/drawingml/2006/main">
            <a:pPr>
              <a:buNone/>
              <a:defRPr sz="1950" b="0">
                <a:solidFill>
                  <a:srgbClr val="52637B"/>
                </a:solidFill>
                <a:latin typeface="Arial"/>
                <a:ea typeface="Arial"/>
                <a:cs typeface="Arial"/>
              </a:defRPr>
            </a:pPr>
            <a:r>
              <a:rPr sz="1950" b="0">
                <a:solidFill>
                  <a:srgbClr val="52637B"/>
                </a:solidFill>
                <a:latin typeface="Arial"/>
                <a:ea typeface="Arial"/>
                <a:cs typeface="Arial"/>
              </a:rPr>
              <a:t>Оноо олгох хувь</a:t>
            </a:r>
          </a:p>
        </p:txBody>
      </p:sp>
      <p:sp>
        <p:nvSpPr>
          <p:cNvPr id="6" name="text-3dvf38-5">
            <a:extLst xmlns:a="http://schemas.openxmlformats.org/drawingml/2006/main">
              <a:ext uri="{FF2B5EF4-FFF2-40B4-BE49-F238E27FC236}">
                <a16:creationId xmlns:a16="http://schemas.microsoft.com/office/drawing/2014/main" id="{BAE16985-DC0F-460C-885C-F4B80F63BE55}"/>
              </a:ext>
            </a:extLst>
          </p:cNvPr>
          <p:cNvSpPr>
            <a:spLocks xmlns:a="http://schemas.openxmlformats.org/drawingml/2006/main" noGrp="1"/>
          </p:cNvSpPr>
          <p:nvPr/>
        </p:nvSpPr>
        <p:spPr>
          <a:xfrm xmlns:a="http://schemas.openxmlformats.org/drawingml/2006/main">
            <a:off x="4400550" y="3848100"/>
            <a:ext cx="3524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4500" b="1">
                <a:solidFill>
                  <a:srgbClr val="14223B"/>
                </a:solidFill>
                <a:latin typeface="Arial"/>
                <a:ea typeface="Arial"/>
                <a:cs typeface="Arial"/>
              </a:defRPr>
            </a:lvl1pPr>
            <a:lvl2pPr>
              <a:buNone/>
              <a:defRPr sz="4500" b="1">
                <a:solidFill>
                  <a:srgbClr val="14223B"/>
                </a:solidFill>
                <a:latin typeface="Arial"/>
                <a:ea typeface="Arial"/>
                <a:cs typeface="Arial"/>
              </a:defRPr>
            </a:lvl2pPr>
            <a:lvl3pPr>
              <a:buNone/>
              <a:defRPr sz="4500" b="1">
                <a:solidFill>
                  <a:srgbClr val="14223B"/>
                </a:solidFill>
                <a:latin typeface="Arial"/>
                <a:ea typeface="Arial"/>
                <a:cs typeface="Arial"/>
              </a:defRPr>
            </a:lvl3pPr>
            <a:lvl4pPr>
              <a:buNone/>
              <a:defRPr sz="4500" b="1">
                <a:solidFill>
                  <a:srgbClr val="14223B"/>
                </a:solidFill>
                <a:latin typeface="Arial"/>
                <a:ea typeface="Arial"/>
                <a:cs typeface="Arial"/>
              </a:defRPr>
            </a:lvl4pPr>
            <a:lvl5pPr>
              <a:buNone/>
              <a:defRPr sz="4500" b="1">
                <a:solidFill>
                  <a:srgbClr val="14223B"/>
                </a:solidFill>
                <a:latin typeface="Arial"/>
                <a:ea typeface="Arial"/>
                <a:cs typeface="Arial"/>
              </a:defRPr>
            </a:lvl5pPr>
            <a:lvl6pPr>
              <a:buNone/>
              <a:defRPr sz="4500" b="1">
                <a:solidFill>
                  <a:srgbClr val="14223B"/>
                </a:solidFill>
                <a:latin typeface="Arial"/>
                <a:ea typeface="Arial"/>
                <a:cs typeface="Arial"/>
              </a:defRPr>
            </a:lvl6pPr>
            <a:lvl7pPr>
              <a:buNone/>
              <a:defRPr sz="4500" b="1">
                <a:solidFill>
                  <a:srgbClr val="14223B"/>
                </a:solidFill>
                <a:latin typeface="Arial"/>
                <a:ea typeface="Arial"/>
                <a:cs typeface="Arial"/>
              </a:defRPr>
            </a:lvl7pPr>
            <a:lvl8pPr>
              <a:buNone/>
              <a:defRPr sz="4500" b="1">
                <a:solidFill>
                  <a:srgbClr val="14223B"/>
                </a:solidFill>
                <a:latin typeface="Arial"/>
                <a:ea typeface="Arial"/>
                <a:cs typeface="Arial"/>
              </a:defRPr>
            </a:lvl8pPr>
            <a:lvl9pPr>
              <a:buNone/>
              <a:defRPr sz="4500" b="1">
                <a:solidFill>
                  <a:srgbClr val="14223B"/>
                </a:solidFill>
                <a:latin typeface="Arial"/>
                <a:ea typeface="Arial"/>
                <a:cs typeface="Arial"/>
              </a:defRPr>
            </a:lvl9pPr>
          </a:lstStyle>
          <a:p xmlns:a="http://schemas.openxmlformats.org/drawingml/2006/main">
            <a:pPr>
              <a:buNone/>
              <a:defRPr sz="4500" b="1">
                <a:solidFill>
                  <a:srgbClr val="14223B"/>
                </a:solidFill>
                <a:latin typeface="Arial"/>
                <a:ea typeface="Arial"/>
                <a:cs typeface="Arial"/>
              </a:defRPr>
            </a:pPr>
            <a:r>
              <a:rPr sz="4500" b="1">
                <a:solidFill>
                  <a:srgbClr val="14223B"/>
                </a:solidFill>
                <a:latin typeface="Arial"/>
                <a:ea typeface="Arial"/>
                <a:cs typeface="Arial"/>
              </a:rPr>
              <a:t>1,000</a:t>
            </a:r>
          </a:p>
        </p:txBody>
      </p:sp>
      <p:sp>
        <p:nvSpPr>
          <p:cNvPr id="7" name="text-3dvf38-6">
            <a:extLst xmlns:a="http://schemas.openxmlformats.org/drawingml/2006/main">
              <a:ext uri="{FF2B5EF4-FFF2-40B4-BE49-F238E27FC236}">
                <a16:creationId xmlns:a16="http://schemas.microsoft.com/office/drawing/2014/main" id="{AEE243EB-BB3E-48D8-A81E-A46F11A2AA74}"/>
              </a:ext>
            </a:extLst>
          </p:cNvPr>
          <p:cNvSpPr>
            <a:spLocks xmlns:a="http://schemas.openxmlformats.org/drawingml/2006/main" noGrp="1"/>
          </p:cNvSpPr>
          <p:nvPr/>
        </p:nvSpPr>
        <p:spPr>
          <a:xfrm xmlns:a="http://schemas.openxmlformats.org/drawingml/2006/main">
            <a:off x="4400550" y="48577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950" b="0">
                <a:solidFill>
                  <a:srgbClr val="52637B"/>
                </a:solidFill>
                <a:latin typeface="Arial"/>
                <a:ea typeface="Arial"/>
                <a:cs typeface="Arial"/>
              </a:defRPr>
            </a:lvl1pPr>
            <a:lvl2pPr>
              <a:buNone/>
              <a:defRPr sz="1950" b="0">
                <a:solidFill>
                  <a:srgbClr val="52637B"/>
                </a:solidFill>
                <a:latin typeface="Arial"/>
                <a:ea typeface="Arial"/>
                <a:cs typeface="Arial"/>
              </a:defRPr>
            </a:lvl2pPr>
            <a:lvl3pPr>
              <a:buNone/>
              <a:defRPr sz="1950" b="0">
                <a:solidFill>
                  <a:srgbClr val="52637B"/>
                </a:solidFill>
                <a:latin typeface="Arial"/>
                <a:ea typeface="Arial"/>
                <a:cs typeface="Arial"/>
              </a:defRPr>
            </a:lvl3pPr>
            <a:lvl4pPr>
              <a:buNone/>
              <a:defRPr sz="1950" b="0">
                <a:solidFill>
                  <a:srgbClr val="52637B"/>
                </a:solidFill>
                <a:latin typeface="Arial"/>
                <a:ea typeface="Arial"/>
                <a:cs typeface="Arial"/>
              </a:defRPr>
            </a:lvl4pPr>
            <a:lvl5pPr>
              <a:buNone/>
              <a:defRPr sz="1950" b="0">
                <a:solidFill>
                  <a:srgbClr val="52637B"/>
                </a:solidFill>
                <a:latin typeface="Arial"/>
                <a:ea typeface="Arial"/>
                <a:cs typeface="Arial"/>
              </a:defRPr>
            </a:lvl5pPr>
            <a:lvl6pPr>
              <a:buNone/>
              <a:defRPr sz="1950" b="0">
                <a:solidFill>
                  <a:srgbClr val="52637B"/>
                </a:solidFill>
                <a:latin typeface="Arial"/>
                <a:ea typeface="Arial"/>
                <a:cs typeface="Arial"/>
              </a:defRPr>
            </a:lvl6pPr>
            <a:lvl7pPr>
              <a:buNone/>
              <a:defRPr sz="1950" b="0">
                <a:solidFill>
                  <a:srgbClr val="52637B"/>
                </a:solidFill>
                <a:latin typeface="Arial"/>
                <a:ea typeface="Arial"/>
                <a:cs typeface="Arial"/>
              </a:defRPr>
            </a:lvl7pPr>
            <a:lvl8pPr>
              <a:buNone/>
              <a:defRPr sz="1950" b="0">
                <a:solidFill>
                  <a:srgbClr val="52637B"/>
                </a:solidFill>
                <a:latin typeface="Arial"/>
                <a:ea typeface="Arial"/>
                <a:cs typeface="Arial"/>
              </a:defRPr>
            </a:lvl8pPr>
            <a:lvl9pPr>
              <a:buNone/>
              <a:defRPr sz="1950" b="0">
                <a:solidFill>
                  <a:srgbClr val="52637B"/>
                </a:solidFill>
                <a:latin typeface="Arial"/>
                <a:ea typeface="Arial"/>
                <a:cs typeface="Arial"/>
              </a:defRPr>
            </a:lvl9pPr>
          </a:lstStyle>
          <a:p xmlns:a="http://schemas.openxmlformats.org/drawingml/2006/main">
            <a:pPr>
              <a:buNone/>
              <a:defRPr sz="1950" b="0">
                <a:solidFill>
                  <a:srgbClr val="52637B"/>
                </a:solidFill>
                <a:latin typeface="Arial"/>
                <a:ea typeface="Arial"/>
                <a:cs typeface="Arial"/>
              </a:defRPr>
            </a:pPr>
            <a:r>
              <a:rPr sz="1950" b="0">
                <a:solidFill>
                  <a:srgbClr val="52637B"/>
                </a:solidFill>
                <a:latin typeface="Arial"/>
                <a:ea typeface="Arial"/>
                <a:cs typeface="Arial"/>
              </a:rPr>
              <a:t>Ашиглах доод оноо</a:t>
            </a:r>
          </a:p>
        </p:txBody>
      </p:sp>
      <p:sp>
        <p:nvSpPr>
          <p:cNvPr id="8" name="text-3dvf38-7">
            <a:extLst xmlns:a="http://schemas.openxmlformats.org/drawingml/2006/main">
              <a:ext uri="{FF2B5EF4-FFF2-40B4-BE49-F238E27FC236}">
                <a16:creationId xmlns:a16="http://schemas.microsoft.com/office/drawing/2014/main" id="{3541720B-DC5E-4257-96FD-28190FEB6E31}"/>
              </a:ext>
            </a:extLst>
          </p:cNvPr>
          <p:cNvSpPr>
            <a:spLocks xmlns:a="http://schemas.openxmlformats.org/drawingml/2006/main" noGrp="1"/>
          </p:cNvSpPr>
          <p:nvPr/>
        </p:nvSpPr>
        <p:spPr>
          <a:xfrm xmlns:a="http://schemas.openxmlformats.org/drawingml/2006/main">
            <a:off x="8115300" y="3848100"/>
            <a:ext cx="3524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4500" b="1">
                <a:solidFill>
                  <a:srgbClr val="14223B"/>
                </a:solidFill>
                <a:latin typeface="Arial"/>
                <a:ea typeface="Arial"/>
                <a:cs typeface="Arial"/>
              </a:defRPr>
            </a:lvl1pPr>
            <a:lvl2pPr>
              <a:buNone/>
              <a:defRPr sz="4500" b="1">
                <a:solidFill>
                  <a:srgbClr val="14223B"/>
                </a:solidFill>
                <a:latin typeface="Arial"/>
                <a:ea typeface="Arial"/>
                <a:cs typeface="Arial"/>
              </a:defRPr>
            </a:lvl2pPr>
            <a:lvl3pPr>
              <a:buNone/>
              <a:defRPr sz="4500" b="1">
                <a:solidFill>
                  <a:srgbClr val="14223B"/>
                </a:solidFill>
                <a:latin typeface="Arial"/>
                <a:ea typeface="Arial"/>
                <a:cs typeface="Arial"/>
              </a:defRPr>
            </a:lvl3pPr>
            <a:lvl4pPr>
              <a:buNone/>
              <a:defRPr sz="4500" b="1">
                <a:solidFill>
                  <a:srgbClr val="14223B"/>
                </a:solidFill>
                <a:latin typeface="Arial"/>
                <a:ea typeface="Arial"/>
                <a:cs typeface="Arial"/>
              </a:defRPr>
            </a:lvl4pPr>
            <a:lvl5pPr>
              <a:buNone/>
              <a:defRPr sz="4500" b="1">
                <a:solidFill>
                  <a:srgbClr val="14223B"/>
                </a:solidFill>
                <a:latin typeface="Arial"/>
                <a:ea typeface="Arial"/>
                <a:cs typeface="Arial"/>
              </a:defRPr>
            </a:lvl5pPr>
            <a:lvl6pPr>
              <a:buNone/>
              <a:defRPr sz="4500" b="1">
                <a:solidFill>
                  <a:srgbClr val="14223B"/>
                </a:solidFill>
                <a:latin typeface="Arial"/>
                <a:ea typeface="Arial"/>
                <a:cs typeface="Arial"/>
              </a:defRPr>
            </a:lvl6pPr>
            <a:lvl7pPr>
              <a:buNone/>
              <a:defRPr sz="4500" b="1">
                <a:solidFill>
                  <a:srgbClr val="14223B"/>
                </a:solidFill>
                <a:latin typeface="Arial"/>
                <a:ea typeface="Arial"/>
                <a:cs typeface="Arial"/>
              </a:defRPr>
            </a:lvl7pPr>
            <a:lvl8pPr>
              <a:buNone/>
              <a:defRPr sz="4500" b="1">
                <a:solidFill>
                  <a:srgbClr val="14223B"/>
                </a:solidFill>
                <a:latin typeface="Arial"/>
                <a:ea typeface="Arial"/>
                <a:cs typeface="Arial"/>
              </a:defRPr>
            </a:lvl8pPr>
            <a:lvl9pPr>
              <a:buNone/>
              <a:defRPr sz="4500" b="1">
                <a:solidFill>
                  <a:srgbClr val="14223B"/>
                </a:solidFill>
                <a:latin typeface="Arial"/>
                <a:ea typeface="Arial"/>
                <a:cs typeface="Arial"/>
              </a:defRPr>
            </a:lvl9pPr>
          </a:lstStyle>
          <a:p xmlns:a="http://schemas.openxmlformats.org/drawingml/2006/main">
            <a:pPr>
              <a:buNone/>
              <a:defRPr sz="4500" b="1">
                <a:solidFill>
                  <a:srgbClr val="14223B"/>
                </a:solidFill>
                <a:latin typeface="Arial"/>
                <a:ea typeface="Arial"/>
                <a:cs typeface="Arial"/>
              </a:defRPr>
            </a:pPr>
            <a:r>
              <a:rPr sz="4500" b="1">
                <a:solidFill>
                  <a:srgbClr val="14223B"/>
                </a:solidFill>
                <a:latin typeface="Arial"/>
                <a:ea typeface="Arial"/>
                <a:cs typeface="Arial"/>
              </a:rPr>
              <a:t>50%</a:t>
            </a:r>
          </a:p>
        </p:txBody>
      </p:sp>
      <p:sp>
        <p:nvSpPr>
          <p:cNvPr id="9" name="text-3dvf38-8">
            <a:extLst xmlns:a="http://schemas.openxmlformats.org/drawingml/2006/main">
              <a:ext uri="{FF2B5EF4-FFF2-40B4-BE49-F238E27FC236}">
                <a16:creationId xmlns:a16="http://schemas.microsoft.com/office/drawing/2014/main" id="{4C0B8DD1-9802-4BEE-9D77-87BCA081F31D}"/>
              </a:ext>
            </a:extLst>
          </p:cNvPr>
          <p:cNvSpPr>
            <a:spLocks xmlns:a="http://schemas.openxmlformats.org/drawingml/2006/main" noGrp="1"/>
          </p:cNvSpPr>
          <p:nvPr/>
        </p:nvSpPr>
        <p:spPr>
          <a:xfrm xmlns:a="http://schemas.openxmlformats.org/drawingml/2006/main">
            <a:off x="8115300" y="48577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950" b="0">
                <a:solidFill>
                  <a:srgbClr val="52637B"/>
                </a:solidFill>
                <a:latin typeface="Arial"/>
                <a:ea typeface="Arial"/>
                <a:cs typeface="Arial"/>
              </a:defRPr>
            </a:lvl1pPr>
            <a:lvl2pPr>
              <a:buNone/>
              <a:defRPr sz="1950" b="0">
                <a:solidFill>
                  <a:srgbClr val="52637B"/>
                </a:solidFill>
                <a:latin typeface="Arial"/>
                <a:ea typeface="Arial"/>
                <a:cs typeface="Arial"/>
              </a:defRPr>
            </a:lvl2pPr>
            <a:lvl3pPr>
              <a:buNone/>
              <a:defRPr sz="1950" b="0">
                <a:solidFill>
                  <a:srgbClr val="52637B"/>
                </a:solidFill>
                <a:latin typeface="Arial"/>
                <a:ea typeface="Arial"/>
                <a:cs typeface="Arial"/>
              </a:defRPr>
            </a:lvl3pPr>
            <a:lvl4pPr>
              <a:buNone/>
              <a:defRPr sz="1950" b="0">
                <a:solidFill>
                  <a:srgbClr val="52637B"/>
                </a:solidFill>
                <a:latin typeface="Arial"/>
                <a:ea typeface="Arial"/>
                <a:cs typeface="Arial"/>
              </a:defRPr>
            </a:lvl4pPr>
            <a:lvl5pPr>
              <a:buNone/>
              <a:defRPr sz="1950" b="0">
                <a:solidFill>
                  <a:srgbClr val="52637B"/>
                </a:solidFill>
                <a:latin typeface="Arial"/>
                <a:ea typeface="Arial"/>
                <a:cs typeface="Arial"/>
              </a:defRPr>
            </a:lvl5pPr>
            <a:lvl6pPr>
              <a:buNone/>
              <a:defRPr sz="1950" b="0">
                <a:solidFill>
                  <a:srgbClr val="52637B"/>
                </a:solidFill>
                <a:latin typeface="Arial"/>
                <a:ea typeface="Arial"/>
                <a:cs typeface="Arial"/>
              </a:defRPr>
            </a:lvl6pPr>
            <a:lvl7pPr>
              <a:buNone/>
              <a:defRPr sz="1950" b="0">
                <a:solidFill>
                  <a:srgbClr val="52637B"/>
                </a:solidFill>
                <a:latin typeface="Arial"/>
                <a:ea typeface="Arial"/>
                <a:cs typeface="Arial"/>
              </a:defRPr>
            </a:lvl7pPr>
            <a:lvl8pPr>
              <a:buNone/>
              <a:defRPr sz="1950" b="0">
                <a:solidFill>
                  <a:srgbClr val="52637B"/>
                </a:solidFill>
                <a:latin typeface="Arial"/>
                <a:ea typeface="Arial"/>
                <a:cs typeface="Arial"/>
              </a:defRPr>
            </a:lvl8pPr>
            <a:lvl9pPr>
              <a:buNone/>
              <a:defRPr sz="1950" b="0">
                <a:solidFill>
                  <a:srgbClr val="52637B"/>
                </a:solidFill>
                <a:latin typeface="Arial"/>
                <a:ea typeface="Arial"/>
                <a:cs typeface="Arial"/>
              </a:defRPr>
            </a:lvl9pPr>
          </a:lstStyle>
          <a:p xmlns:a="http://schemas.openxmlformats.org/drawingml/2006/main">
            <a:pPr>
              <a:buNone/>
              <a:defRPr sz="1950" b="0">
                <a:solidFill>
                  <a:srgbClr val="52637B"/>
                </a:solidFill>
                <a:latin typeface="Arial"/>
                <a:ea typeface="Arial"/>
                <a:cs typeface="Arial"/>
              </a:defRPr>
            </a:pPr>
            <a:r>
              <a:rPr sz="1950" b="0">
                <a:solidFill>
                  <a:srgbClr val="52637B"/>
                </a:solidFill>
                <a:latin typeface="Arial"/>
                <a:ea typeface="Arial"/>
                <a:cs typeface="Arial"/>
              </a:rPr>
              <a:t>Хөнгөлөлтийн дээд хувь</a:t>
            </a:r>
          </a:p>
        </p:txBody>
      </p:sp>
      <p:sp>
        <p:nvSpPr>
          <p:cNvPr id="10" name="text-3dvf38-9">
            <a:extLst xmlns:a="http://schemas.openxmlformats.org/drawingml/2006/main">
              <a:ext uri="{FF2B5EF4-FFF2-40B4-BE49-F238E27FC236}">
                <a16:creationId xmlns:a16="http://schemas.microsoft.com/office/drawing/2014/main" id="{9D2BCA86-401E-46FF-A5D3-D999D0891DAB}"/>
              </a:ext>
            </a:extLst>
          </p:cNvPr>
          <p:cNvSpPr>
            <a:spLocks xmlns:a="http://schemas.openxmlformats.org/drawingml/2006/main" noGrp="1"/>
          </p:cNvSpPr>
          <p:nvPr/>
        </p:nvSpPr>
        <p:spPr>
          <a:xfrm xmlns:a="http://schemas.openxmlformats.org/drawingml/2006/main">
            <a:off x="685800" y="59150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650" b="0">
                <a:solidFill>
                  <a:srgbClr val="52637B"/>
                </a:solidFill>
                <a:latin typeface="Arial"/>
                <a:ea typeface="Arial"/>
                <a:cs typeface="Arial"/>
              </a:defRPr>
            </a:lvl1pPr>
            <a:lvl2pPr>
              <a:buNone/>
              <a:defRPr sz="1650" b="0">
                <a:solidFill>
                  <a:srgbClr val="52637B"/>
                </a:solidFill>
                <a:latin typeface="Arial"/>
                <a:ea typeface="Arial"/>
                <a:cs typeface="Arial"/>
              </a:defRPr>
            </a:lvl2pPr>
            <a:lvl3pPr>
              <a:buNone/>
              <a:defRPr sz="1650" b="0">
                <a:solidFill>
                  <a:srgbClr val="52637B"/>
                </a:solidFill>
                <a:latin typeface="Arial"/>
                <a:ea typeface="Arial"/>
                <a:cs typeface="Arial"/>
              </a:defRPr>
            </a:lvl3pPr>
            <a:lvl4pPr>
              <a:buNone/>
              <a:defRPr sz="1650" b="0">
                <a:solidFill>
                  <a:srgbClr val="52637B"/>
                </a:solidFill>
                <a:latin typeface="Arial"/>
                <a:ea typeface="Arial"/>
                <a:cs typeface="Arial"/>
              </a:defRPr>
            </a:lvl4pPr>
            <a:lvl5pPr>
              <a:buNone/>
              <a:defRPr sz="1650" b="0">
                <a:solidFill>
                  <a:srgbClr val="52637B"/>
                </a:solidFill>
                <a:latin typeface="Arial"/>
                <a:ea typeface="Arial"/>
                <a:cs typeface="Arial"/>
              </a:defRPr>
            </a:lvl5pPr>
            <a:lvl6pPr>
              <a:buNone/>
              <a:defRPr sz="1650" b="0">
                <a:solidFill>
                  <a:srgbClr val="52637B"/>
                </a:solidFill>
                <a:latin typeface="Arial"/>
                <a:ea typeface="Arial"/>
                <a:cs typeface="Arial"/>
              </a:defRPr>
            </a:lvl6pPr>
            <a:lvl7pPr>
              <a:buNone/>
              <a:defRPr sz="1650" b="0">
                <a:solidFill>
                  <a:srgbClr val="52637B"/>
                </a:solidFill>
                <a:latin typeface="Arial"/>
                <a:ea typeface="Arial"/>
                <a:cs typeface="Arial"/>
              </a:defRPr>
            </a:lvl7pPr>
            <a:lvl8pPr>
              <a:buNone/>
              <a:defRPr sz="1650" b="0">
                <a:solidFill>
                  <a:srgbClr val="52637B"/>
                </a:solidFill>
                <a:latin typeface="Arial"/>
                <a:ea typeface="Arial"/>
                <a:cs typeface="Arial"/>
              </a:defRPr>
            </a:lvl8pPr>
            <a:lvl9pPr>
              <a:buNone/>
              <a:defRPr sz="1650" b="0">
                <a:solidFill>
                  <a:srgbClr val="52637B"/>
                </a:solidFill>
                <a:latin typeface="Arial"/>
                <a:ea typeface="Arial"/>
                <a:cs typeface="Arial"/>
              </a:defRPr>
            </a:lvl9pPr>
          </a:lstStyle>
          <a:p xmlns:a="http://schemas.openxmlformats.org/drawingml/2006/main">
            <a:pPr>
              <a:buNone/>
              <a:defRPr sz="1650" b="0">
                <a:solidFill>
                  <a:srgbClr val="52637B"/>
                </a:solidFill>
                <a:latin typeface="Arial"/>
                <a:ea typeface="Arial"/>
                <a:cs typeface="Arial"/>
              </a:defRPr>
            </a:pPr>
            <a:r>
              <a:rPr sz="1650" b="0">
                <a:solidFill>
                  <a:srgbClr val="52637B"/>
                </a:solidFill>
                <a:latin typeface="Arial"/>
                <a:ea typeface="Arial"/>
                <a:cs typeface="Arial"/>
              </a:rPr>
              <a:t>Анхдагч дүрэм. Админ утгуудыг өөрчилж болно.</a:t>
            </a:r>
          </a:p>
        </p:txBody>
      </p:sp>
    </p:spTree>
    <p:extLst>
      <p:ext uri="{BB962C8B-B14F-4D97-AF65-F5344CB8AC3E}">
        <p14:creationId xmlns:p14="http://schemas.microsoft.com/office/powerpoint/2010/main" val="958499558"/>
      </p:ext>
    </p:extLst>
  </p:cSld>
</p:sld>
</file>

<file path=ppt/slides/slide10.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4" name="text-djffd5-0">
            <a:extLst xmlns:a="http://schemas.openxmlformats.org/drawingml/2006/main">
              <a:ext uri="{FF2B5EF4-FFF2-40B4-BE49-F238E27FC236}">
                <a16:creationId xmlns:a16="http://schemas.microsoft.com/office/drawing/2014/main" id="{D0262FB9-3CC9-4C72-A4D8-40CE36EF96A7}"/>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3450" b="1">
                <a:solidFill>
                  <a:srgbClr val="14223B"/>
                </a:solidFill>
                <a:latin typeface="Arial"/>
                <a:ea typeface="Arial"/>
                <a:cs typeface="Arial"/>
              </a:defRPr>
            </a:lvl1pPr>
            <a:lvl2pPr>
              <a:buNone/>
              <a:defRPr sz="3450" b="1">
                <a:solidFill>
                  <a:srgbClr val="14223B"/>
                </a:solidFill>
                <a:latin typeface="Arial"/>
                <a:ea typeface="Arial"/>
                <a:cs typeface="Arial"/>
              </a:defRPr>
            </a:lvl2pPr>
            <a:lvl3pPr>
              <a:buNone/>
              <a:defRPr sz="3450" b="1">
                <a:solidFill>
                  <a:srgbClr val="14223B"/>
                </a:solidFill>
                <a:latin typeface="Arial"/>
                <a:ea typeface="Arial"/>
                <a:cs typeface="Arial"/>
              </a:defRPr>
            </a:lvl3pPr>
            <a:lvl4pPr>
              <a:buNone/>
              <a:defRPr sz="3450" b="1">
                <a:solidFill>
                  <a:srgbClr val="14223B"/>
                </a:solidFill>
                <a:latin typeface="Arial"/>
                <a:ea typeface="Arial"/>
                <a:cs typeface="Arial"/>
              </a:defRPr>
            </a:lvl4pPr>
            <a:lvl5pPr>
              <a:buNone/>
              <a:defRPr sz="3450" b="1">
                <a:solidFill>
                  <a:srgbClr val="14223B"/>
                </a:solidFill>
                <a:latin typeface="Arial"/>
                <a:ea typeface="Arial"/>
                <a:cs typeface="Arial"/>
              </a:defRPr>
            </a:lvl5pPr>
            <a:lvl6pPr>
              <a:buNone/>
              <a:defRPr sz="3450" b="1">
                <a:solidFill>
                  <a:srgbClr val="14223B"/>
                </a:solidFill>
                <a:latin typeface="Arial"/>
                <a:ea typeface="Arial"/>
                <a:cs typeface="Arial"/>
              </a:defRPr>
            </a:lvl6pPr>
            <a:lvl7pPr>
              <a:buNone/>
              <a:defRPr sz="3450" b="1">
                <a:solidFill>
                  <a:srgbClr val="14223B"/>
                </a:solidFill>
                <a:latin typeface="Arial"/>
                <a:ea typeface="Arial"/>
                <a:cs typeface="Arial"/>
              </a:defRPr>
            </a:lvl7pPr>
            <a:lvl8pPr>
              <a:buNone/>
              <a:defRPr sz="3450" b="1">
                <a:solidFill>
                  <a:srgbClr val="14223B"/>
                </a:solidFill>
                <a:latin typeface="Arial"/>
                <a:ea typeface="Arial"/>
                <a:cs typeface="Arial"/>
              </a:defRPr>
            </a:lvl8pPr>
            <a:lvl9pPr>
              <a:buNone/>
              <a:defRPr sz="3450" b="1">
                <a:solidFill>
                  <a:srgbClr val="14223B"/>
                </a:solidFill>
                <a:latin typeface="Arial"/>
                <a:ea typeface="Arial"/>
                <a:cs typeface="Arial"/>
              </a:defRPr>
            </a:lvl9pPr>
          </a:lstStyle>
          <a:p xmlns:a="http://schemas.openxmlformats.org/drawingml/2006/main">
            <a:pPr>
              <a:buNone/>
              <a:defRPr sz="3450" b="1">
                <a:solidFill>
                  <a:srgbClr val="14223B"/>
                </a:solidFill>
                <a:latin typeface="Arial"/>
                <a:ea typeface="Arial"/>
                <a:cs typeface="Arial"/>
              </a:defRPr>
            </a:pPr>
            <a:r>
              <a:rPr sz="3450" b="1">
                <a:solidFill>
                  <a:srgbClr val="14223B"/>
                </a:solidFill>
                <a:latin typeface="Arial"/>
                <a:ea typeface="Arial"/>
                <a:cs typeface="Arial"/>
              </a:rPr>
              <a:t>Технологийн бүтэц</a:t>
            </a:r>
          </a:p>
        </p:txBody>
      </p:sp>
      <p:sp>
        <p:nvSpPr>
          <p:cNvPr id="2" name="text-djffd5-1">
            <a:extLst xmlns:a="http://schemas.openxmlformats.org/drawingml/2006/main">
              <a:ext uri="{FF2B5EF4-FFF2-40B4-BE49-F238E27FC236}">
                <a16:creationId xmlns:a16="http://schemas.microsoft.com/office/drawing/2014/main" id="{E84E3F7F-7E8C-41A2-B80C-1863DDE396B4}"/>
              </a:ext>
            </a:extLst>
          </p:cNvPr>
          <p:cNvSpPr>
            <a:spLocks xmlns:a="http://schemas.openxmlformats.org/drawingml/2006/main" noGrp="1"/>
          </p:cNvSpPr>
          <p:nvPr/>
        </p:nvSpPr>
        <p:spPr>
          <a:xfrm xmlns:a="http://schemas.openxmlformats.org/drawingml/2006/main">
            <a:off x="109347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350" b="0">
                <a:solidFill>
                  <a:srgbClr val="52637B"/>
                </a:solidFill>
                <a:latin typeface="Arial"/>
                <a:ea typeface="Arial"/>
                <a:cs typeface="Arial"/>
              </a:defRPr>
            </a:lvl1pPr>
            <a:lvl2pPr>
              <a:buNone/>
              <a:defRPr sz="1350" b="0">
                <a:solidFill>
                  <a:srgbClr val="52637B"/>
                </a:solidFill>
                <a:latin typeface="Arial"/>
                <a:ea typeface="Arial"/>
                <a:cs typeface="Arial"/>
              </a:defRPr>
            </a:lvl2pPr>
            <a:lvl3pPr>
              <a:buNone/>
              <a:defRPr sz="1350" b="0">
                <a:solidFill>
                  <a:srgbClr val="52637B"/>
                </a:solidFill>
                <a:latin typeface="Arial"/>
                <a:ea typeface="Arial"/>
                <a:cs typeface="Arial"/>
              </a:defRPr>
            </a:lvl3pPr>
            <a:lvl4pPr>
              <a:buNone/>
              <a:defRPr sz="1350" b="0">
                <a:solidFill>
                  <a:srgbClr val="52637B"/>
                </a:solidFill>
                <a:latin typeface="Arial"/>
                <a:ea typeface="Arial"/>
                <a:cs typeface="Arial"/>
              </a:defRPr>
            </a:lvl4pPr>
            <a:lvl5pPr>
              <a:buNone/>
              <a:defRPr sz="1350" b="0">
                <a:solidFill>
                  <a:srgbClr val="52637B"/>
                </a:solidFill>
                <a:latin typeface="Arial"/>
                <a:ea typeface="Arial"/>
                <a:cs typeface="Arial"/>
              </a:defRPr>
            </a:lvl5pPr>
            <a:lvl6pPr>
              <a:buNone/>
              <a:defRPr sz="1350" b="0">
                <a:solidFill>
                  <a:srgbClr val="52637B"/>
                </a:solidFill>
                <a:latin typeface="Arial"/>
                <a:ea typeface="Arial"/>
                <a:cs typeface="Arial"/>
              </a:defRPr>
            </a:lvl6pPr>
            <a:lvl7pPr>
              <a:buNone/>
              <a:defRPr sz="1350" b="0">
                <a:solidFill>
                  <a:srgbClr val="52637B"/>
                </a:solidFill>
                <a:latin typeface="Arial"/>
                <a:ea typeface="Arial"/>
                <a:cs typeface="Arial"/>
              </a:defRPr>
            </a:lvl7pPr>
            <a:lvl8pPr>
              <a:buNone/>
              <a:defRPr sz="1350" b="0">
                <a:solidFill>
                  <a:srgbClr val="52637B"/>
                </a:solidFill>
                <a:latin typeface="Arial"/>
                <a:ea typeface="Arial"/>
                <a:cs typeface="Arial"/>
              </a:defRPr>
            </a:lvl8pPr>
            <a:lvl9pPr>
              <a:buNone/>
              <a:defRPr sz="1350" b="0">
                <a:solidFill>
                  <a:srgbClr val="52637B"/>
                </a:solidFill>
                <a:latin typeface="Arial"/>
                <a:ea typeface="Arial"/>
                <a:cs typeface="Arial"/>
              </a:defRPr>
            </a:lvl9pPr>
          </a:lstStyle>
          <a:p xmlns:a="http://schemas.openxmlformats.org/drawingml/2006/main">
            <a:pPr>
              <a:buNone/>
              <a:defRPr sz="1350" b="0">
                <a:solidFill>
                  <a:srgbClr val="52637B"/>
                </a:solidFill>
                <a:latin typeface="Arial"/>
                <a:ea typeface="Arial"/>
                <a:cs typeface="Arial"/>
              </a:defRPr>
            </a:pPr>
            <a:r>
              <a:rPr sz="1350" b="0">
                <a:solidFill>
                  <a:srgbClr val="52637B"/>
                </a:solidFill>
                <a:latin typeface="Arial"/>
                <a:ea typeface="Arial"/>
                <a:cs typeface="Arial"/>
              </a:rPr>
              <a:t>10</a:t>
            </a:r>
          </a:p>
        </p:txBody>
      </p:sp>
      <p:graphicFrame>
        <p:nvGraphicFramePr>
          <p:cNvPr id="8" name=""/>
          <p:cNvGraphicFramePr/>
          <p:nvPr/>
        </p:nvGraphicFramePr>
        <p:xfrm>
          <a:off xmlns:a="http://schemas.openxmlformats.org/drawingml/2006/main" x="685800" y="1771650"/>
          <a:ext xmlns:a="http://schemas.openxmlformats.org/drawingml/2006/main" cx="10820400" cy="4000500"/>
        </p:xfrm>
        <a:graphic xmlns:a="http://schemas.openxmlformats.org/drawingml/2006/main">
          <a:graphicData uri="http://schemas.openxmlformats.org/drawingml/2006/table">
            <a:tbl>
              <a:tblPr/>
              <a:tblGrid>
                <a:gridCol w="2952750"/>
                <a:gridCol w="7867650"/>
              </a:tblGrid>
              <a:tr h="666750">
                <a:tc>
                  <a:txBody>
                    <a:bodyPr lIns="171450" tIns="133350" rIns="171450" bIns="95250"/>
                    <a:lstStyle/>
                    <a:p>
                      <a:r>
                        <a:rPr sz="1800" b="1">
                          <a:solidFill>
                            <a:srgbClr val="FFFFFF"/>
                          </a:solidFill>
                          <a:latin typeface="Arial"/>
                          <a:ea typeface="Arial"/>
                          <a:cs typeface="Arial"/>
                        </a:rPr>
                        <a:t>Давхарга</a:t>
                      </a:r>
                    </a:p>
                  </a:txBody>
                  <a:tcPr marL="91440" marR="91440" marT="45720" marB="45720" anchor="ctr">
                    <a:lnL w="6668">
                      <a:solidFill>
                        <a:srgbClr val="D5DFEF"/>
                      </a:solidFill>
                      <a:prstDash val="solid"/>
                    </a:lnL>
                    <a:lnR w="6668">
                      <a:solidFill>
                        <a:srgbClr val="D5DFEF"/>
                      </a:solidFill>
                      <a:prstDash val="solid"/>
                    </a:lnR>
                    <a:lnT w="6668">
                      <a:solidFill>
                        <a:srgbClr val="D5DFEF"/>
                      </a:solidFill>
                      <a:prstDash val="solid"/>
                    </a:lnT>
                    <a:lnB w="6668">
                      <a:solidFill>
                        <a:srgbClr val="D5DFEF"/>
                      </a:solidFill>
                      <a:prstDash val="solid"/>
                    </a:lnB>
                    <a:solidFill>
                      <a:srgbClr val="2459DA"/>
                    </a:solidFill>
                  </a:tcPr>
                </a:tc>
                <a:tc>
                  <a:txBody>
                    <a:bodyPr lIns="171450" tIns="133350" rIns="171450" bIns="95250"/>
                    <a:lstStyle/>
                    <a:p>
                      <a:r>
                        <a:rPr sz="1800" b="1">
                          <a:solidFill>
                            <a:srgbClr val="FFFFFF"/>
                          </a:solidFill>
                          <a:latin typeface="Arial"/>
                          <a:ea typeface="Arial"/>
                          <a:cs typeface="Arial"/>
                        </a:rPr>
                        <a:t>Технологи ба үүрэг</a:t>
                      </a:r>
                    </a:p>
                  </a:txBody>
                  <a:tcPr marL="91440" marR="91440" marT="45720" marB="45720" anchor="ctr">
                    <a:lnR w="6668">
                      <a:solidFill>
                        <a:srgbClr val="D5DFEF"/>
                      </a:solidFill>
                      <a:prstDash val="solid"/>
                    </a:lnR>
                    <a:lnT w="6668">
                      <a:solidFill>
                        <a:srgbClr val="D5DFEF"/>
                      </a:solidFill>
                      <a:prstDash val="solid"/>
                    </a:lnT>
                    <a:lnB w="6668">
                      <a:solidFill>
                        <a:srgbClr val="D5DFEF"/>
                      </a:solidFill>
                      <a:prstDash val="solid"/>
                    </a:lnB>
                    <a:solidFill>
                      <a:srgbClr val="2459DA"/>
                    </a:solidFill>
                  </a:tcPr>
                </a:tc>
              </a:tr>
              <a:tr h="666750">
                <a:tc>
                  <a:txBody>
                    <a:bodyPr lIns="171450" tIns="133350" rIns="171450" bIns="95250"/>
                    <a:lstStyle/>
                    <a:p>
                      <a:r>
                        <a:rPr sz="1725" b="0">
                          <a:solidFill>
                            <a:srgbClr val="14223B"/>
                          </a:solidFill>
                          <a:latin typeface="Arial"/>
                          <a:ea typeface="Arial"/>
                          <a:cs typeface="Arial"/>
                        </a:rPr>
                        <a:t>Вэб апп</a:t>
                      </a:r>
                    </a:p>
                  </a:txBody>
                  <a:tcPr marL="91440" marR="91440" marT="45720" marB="45720" anchor="ctr">
                    <a:lnL w="6668">
                      <a:solidFill>
                        <a:srgbClr val="D5DFEF"/>
                      </a:solidFill>
                      <a:prstDash val="solid"/>
                    </a:lnL>
                    <a:lnR w="6668">
                      <a:solidFill>
                        <a:srgbClr val="D5DFEF"/>
                      </a:solidFill>
                      <a:prstDash val="solid"/>
                    </a:lnR>
                    <a:lnB w="6668">
                      <a:solidFill>
                        <a:srgbClr val="D5DFEF"/>
                      </a:solidFill>
                      <a:prstDash val="solid"/>
                    </a:lnB>
                    <a:solidFill>
                      <a:srgbClr val="FFFFFF"/>
                    </a:solidFill>
                  </a:tcPr>
                </a:tc>
                <a:tc>
                  <a:txBody>
                    <a:bodyPr lIns="171450" tIns="133350" rIns="171450" bIns="95250"/>
                    <a:lstStyle/>
                    <a:p>
                      <a:r>
                        <a:rPr sz="1725" b="0">
                          <a:solidFill>
                            <a:srgbClr val="14223B"/>
                          </a:solidFill>
                          <a:latin typeface="Arial"/>
                          <a:ea typeface="Arial"/>
                          <a:cs typeface="Arial"/>
                        </a:rPr>
                        <a:t>Next.js 16, React 19, TypeScript</a:t>
                      </a:r>
                    </a:p>
                  </a:txBody>
                  <a:tcPr marL="91440" marR="91440" marT="45720" marB="45720" anchor="ctr">
                    <a:lnR w="6668">
                      <a:solidFill>
                        <a:srgbClr val="D5DFEF"/>
                      </a:solidFill>
                      <a:prstDash val="solid"/>
                    </a:lnR>
                    <a:lnB w="6668">
                      <a:solidFill>
                        <a:srgbClr val="D5DFEF"/>
                      </a:solidFill>
                      <a:prstDash val="solid"/>
                    </a:lnB>
                    <a:solidFill>
                      <a:srgbClr val="FFFFFF"/>
                    </a:solidFill>
                  </a:tcPr>
                </a:tc>
              </a:tr>
              <a:tr h="666750">
                <a:tc>
                  <a:txBody>
                    <a:bodyPr lIns="171450" tIns="133350" rIns="171450" bIns="95250"/>
                    <a:lstStyle/>
                    <a:p>
                      <a:r>
                        <a:rPr sz="1725" b="0">
                          <a:solidFill>
                            <a:srgbClr val="14223B"/>
                          </a:solidFill>
                          <a:latin typeface="Arial"/>
                          <a:ea typeface="Arial"/>
                          <a:cs typeface="Arial"/>
                        </a:rPr>
                        <a:t>Интерфэйс</a:t>
                      </a:r>
                    </a:p>
                  </a:txBody>
                  <a:tcPr marL="91440" marR="91440" marT="45720" marB="45720" anchor="ctr">
                    <a:lnL w="6668">
                      <a:solidFill>
                        <a:srgbClr val="D5DFEF"/>
                      </a:solidFill>
                      <a:prstDash val="solid"/>
                    </a:lnL>
                    <a:lnR w="6668">
                      <a:solidFill>
                        <a:srgbClr val="D5DFEF"/>
                      </a:solidFill>
                      <a:prstDash val="solid"/>
                    </a:lnR>
                    <a:lnB w="6668">
                      <a:solidFill>
                        <a:srgbClr val="D5DFEF"/>
                      </a:solidFill>
                      <a:prstDash val="solid"/>
                    </a:lnB>
                    <a:solidFill>
                      <a:srgbClr val="ECF1FA"/>
                    </a:solidFill>
                  </a:tcPr>
                </a:tc>
                <a:tc>
                  <a:txBody>
                    <a:bodyPr lIns="171450" tIns="133350" rIns="171450" bIns="95250"/>
                    <a:lstStyle/>
                    <a:p>
                      <a:r>
                        <a:rPr sz="1725" b="0">
                          <a:solidFill>
                            <a:srgbClr val="14223B"/>
                          </a:solidFill>
                          <a:latin typeface="Arial"/>
                          <a:ea typeface="Arial"/>
                          <a:cs typeface="Arial"/>
                        </a:rPr>
                        <a:t>Tailwind CSS v4, shadcn/ui, MN / EN</a:t>
                      </a:r>
                    </a:p>
                  </a:txBody>
                  <a:tcPr marL="91440" marR="91440" marT="45720" marB="45720" anchor="ctr">
                    <a:lnR w="6668">
                      <a:solidFill>
                        <a:srgbClr val="D5DFEF"/>
                      </a:solidFill>
                      <a:prstDash val="solid"/>
                    </a:lnR>
                    <a:lnB w="6668">
                      <a:solidFill>
                        <a:srgbClr val="D5DFEF"/>
                      </a:solidFill>
                      <a:prstDash val="solid"/>
                    </a:lnB>
                    <a:solidFill>
                      <a:srgbClr val="ECF1FA"/>
                    </a:solidFill>
                  </a:tcPr>
                </a:tc>
              </a:tr>
              <a:tr h="666750">
                <a:tc>
                  <a:txBody>
                    <a:bodyPr lIns="171450" tIns="133350" rIns="171450" bIns="95250"/>
                    <a:lstStyle/>
                    <a:p>
                      <a:r>
                        <a:rPr sz="1725" b="0">
                          <a:solidFill>
                            <a:srgbClr val="14223B"/>
                          </a:solidFill>
                          <a:latin typeface="Arial"/>
                          <a:ea typeface="Arial"/>
                          <a:cs typeface="Arial"/>
                        </a:rPr>
                        <a:t>Өгөгдөл</a:t>
                      </a:r>
                    </a:p>
                  </a:txBody>
                  <a:tcPr marL="91440" marR="91440" marT="45720" marB="45720" anchor="ctr">
                    <a:lnL w="6668">
                      <a:solidFill>
                        <a:srgbClr val="D5DFEF"/>
                      </a:solidFill>
                      <a:prstDash val="solid"/>
                    </a:lnL>
                    <a:lnR w="6668">
                      <a:solidFill>
                        <a:srgbClr val="D5DFEF"/>
                      </a:solidFill>
                      <a:prstDash val="solid"/>
                    </a:lnR>
                    <a:lnB w="6668">
                      <a:solidFill>
                        <a:srgbClr val="D5DFEF"/>
                      </a:solidFill>
                      <a:prstDash val="solid"/>
                    </a:lnB>
                    <a:solidFill>
                      <a:srgbClr val="FFFFFF"/>
                    </a:solidFill>
                  </a:tcPr>
                </a:tc>
                <a:tc>
                  <a:txBody>
                    <a:bodyPr lIns="171450" tIns="133350" rIns="171450" bIns="95250"/>
                    <a:lstStyle/>
                    <a:p>
                      <a:r>
                        <a:rPr sz="1725" b="0">
                          <a:solidFill>
                            <a:srgbClr val="14223B"/>
                          </a:solidFill>
                          <a:latin typeface="Arial"/>
                          <a:ea typeface="Arial"/>
                          <a:cs typeface="Arial"/>
                        </a:rPr>
                        <a:t>PostgreSQL 18, postgres.js, SQL migration</a:t>
                      </a:r>
                    </a:p>
                  </a:txBody>
                  <a:tcPr marL="91440" marR="91440" marT="45720" marB="45720" anchor="ctr">
                    <a:lnR w="6668">
                      <a:solidFill>
                        <a:srgbClr val="D5DFEF"/>
                      </a:solidFill>
                      <a:prstDash val="solid"/>
                    </a:lnR>
                    <a:lnB w="6668">
                      <a:solidFill>
                        <a:srgbClr val="D5DFEF"/>
                      </a:solidFill>
                      <a:prstDash val="solid"/>
                    </a:lnB>
                    <a:solidFill>
                      <a:srgbClr val="FFFFFF"/>
                    </a:solidFill>
                  </a:tcPr>
                </a:tc>
              </a:tr>
              <a:tr h="666750">
                <a:tc>
                  <a:txBody>
                    <a:bodyPr lIns="171450" tIns="133350" rIns="171450" bIns="95250"/>
                    <a:lstStyle/>
                    <a:p>
                      <a:r>
                        <a:rPr sz="1725" b="0">
                          <a:solidFill>
                            <a:srgbClr val="14223B"/>
                          </a:solidFill>
                          <a:latin typeface="Arial"/>
                          <a:ea typeface="Arial"/>
                          <a:cs typeface="Arial"/>
                        </a:rPr>
                        <a:t>Оролтын шалгалт</a:t>
                      </a:r>
                    </a:p>
                  </a:txBody>
                  <a:tcPr marL="91440" marR="91440" marT="45720" marB="45720" anchor="ctr">
                    <a:lnL w="6668">
                      <a:solidFill>
                        <a:srgbClr val="D5DFEF"/>
                      </a:solidFill>
                      <a:prstDash val="solid"/>
                    </a:lnL>
                    <a:lnR w="6668">
                      <a:solidFill>
                        <a:srgbClr val="D5DFEF"/>
                      </a:solidFill>
                      <a:prstDash val="solid"/>
                    </a:lnR>
                    <a:lnB w="6668">
                      <a:solidFill>
                        <a:srgbClr val="D5DFEF"/>
                      </a:solidFill>
                      <a:prstDash val="solid"/>
                    </a:lnB>
                    <a:solidFill>
                      <a:srgbClr val="ECF1FA"/>
                    </a:solidFill>
                  </a:tcPr>
                </a:tc>
                <a:tc>
                  <a:txBody>
                    <a:bodyPr lIns="171450" tIns="133350" rIns="171450" bIns="95250"/>
                    <a:lstStyle/>
                    <a:p>
                      <a:r>
                        <a:rPr sz="1725" b="0">
                          <a:solidFill>
                            <a:srgbClr val="14223B"/>
                          </a:solidFill>
                          <a:latin typeface="Arial"/>
                          <a:ea typeface="Arial"/>
                          <a:cs typeface="Arial"/>
                        </a:rPr>
                        <a:t>Zod 4, сервер талын баталгаажуулалт</a:t>
                      </a:r>
                    </a:p>
                  </a:txBody>
                  <a:tcPr marL="91440" marR="91440" marT="45720" marB="45720" anchor="ctr">
                    <a:lnR w="6668">
                      <a:solidFill>
                        <a:srgbClr val="D5DFEF"/>
                      </a:solidFill>
                      <a:prstDash val="solid"/>
                    </a:lnR>
                    <a:lnB w="6668">
                      <a:solidFill>
                        <a:srgbClr val="D5DFEF"/>
                      </a:solidFill>
                      <a:prstDash val="solid"/>
                    </a:lnB>
                    <a:solidFill>
                      <a:srgbClr val="ECF1FA"/>
                    </a:solidFill>
                  </a:tcPr>
                </a:tc>
              </a:tr>
              <a:tr h="666750">
                <a:tc>
                  <a:txBody>
                    <a:bodyPr lIns="171450" tIns="133350" rIns="171450" bIns="95250"/>
                    <a:lstStyle/>
                    <a:p>
                      <a:r>
                        <a:rPr sz="1725" b="0">
                          <a:solidFill>
                            <a:srgbClr val="14223B"/>
                          </a:solidFill>
                          <a:latin typeface="Arial"/>
                          <a:ea typeface="Arial"/>
                          <a:cs typeface="Arial"/>
                        </a:rPr>
                        <a:t>Байршуулалт</a:t>
                      </a:r>
                    </a:p>
                  </a:txBody>
                  <a:tcPr marL="91440" marR="91440" marT="45720" marB="45720" anchor="ctr">
                    <a:lnL w="6668">
                      <a:solidFill>
                        <a:srgbClr val="D5DFEF"/>
                      </a:solidFill>
                      <a:prstDash val="solid"/>
                    </a:lnL>
                    <a:lnR w="6668">
                      <a:solidFill>
                        <a:srgbClr val="D5DFEF"/>
                      </a:solidFill>
                      <a:prstDash val="solid"/>
                    </a:lnR>
                    <a:lnB w="6668">
                      <a:solidFill>
                        <a:srgbClr val="D5DFEF"/>
                      </a:solidFill>
                      <a:prstDash val="solid"/>
                    </a:lnB>
                    <a:solidFill>
                      <a:srgbClr val="FFFFFF"/>
                    </a:solidFill>
                  </a:tcPr>
                </a:tc>
                <a:tc>
                  <a:txBody>
                    <a:bodyPr lIns="171450" tIns="133350" rIns="171450" bIns="95250"/>
                    <a:lstStyle/>
                    <a:p>
                      <a:r>
                        <a:rPr sz="1725" b="0">
                          <a:solidFill>
                            <a:srgbClr val="14223B"/>
                          </a:solidFill>
                          <a:latin typeface="Arial"/>
                          <a:ea typeface="Arial"/>
                          <a:cs typeface="Arial"/>
                        </a:rPr>
                        <a:t>Vercel, Neon, локал Docker Compose</a:t>
                      </a:r>
                    </a:p>
                  </a:txBody>
                  <a:tcPr marL="91440" marR="91440" marT="45720" marB="45720" anchor="ctr">
                    <a:lnR w="6668">
                      <a:solidFill>
                        <a:srgbClr val="D5DFEF"/>
                      </a:solidFill>
                      <a:prstDash val="solid"/>
                    </a:lnR>
                    <a:lnB w="6668">
                      <a:solidFill>
                        <a:srgbClr val="D5DFEF"/>
                      </a:solidFill>
                      <a:prstDash val="solid"/>
                    </a:lnB>
                    <a:solidFill>
                      <a:srgbClr val="FFFFFF"/>
                    </a:solidFill>
                  </a:tcPr>
                </a:tc>
              </a:tr>
            </a:tbl>
          </a:graphicData>
        </a:graphic>
      </p:graphicFrame>
    </p:spTree>
    <p:extLst>
      <p:ext uri="{BB962C8B-B14F-4D97-AF65-F5344CB8AC3E}">
        <p14:creationId xmlns:p14="http://schemas.microsoft.com/office/powerpoint/2010/main" val="1689131057"/>
      </p:ext>
    </p:extLst>
  </p:cSld>
</p:sld>
</file>

<file path=ppt/slides/slide11.xml><?xml version="1.0" encoding="utf-8"?>
<p:sld xmlns:p="http://schemas.openxmlformats.org/presentationml/2006/main">
  <p:cSld>
    <p:bg>
      <p:bgPr>
        <a:solidFill xmlns:a="http://schemas.openxmlformats.org/drawingml/2006/main">
          <a:srgbClr val="F4F7FC"/>
        </a:solidFill>
      </p:bgPr>
    </p:bg>
    <p:spTree>
      <p:nvGrpSpPr>
        <p:cNvPr id="1" name=""/>
        <p:cNvGrpSpPr/>
        <p:nvPr/>
      </p:nvGrpSpPr>
      <p:grpSpPr>
        <a:xfrm xmlns:a="http://schemas.openxmlformats.org/drawingml/2006/main"/>
      </p:grpSpPr>
      <p:sp>
        <p:nvSpPr>
          <p:cNvPr id="9" name="text-rnfqjn-0">
            <a:extLst xmlns:a="http://schemas.openxmlformats.org/drawingml/2006/main">
              <a:ext uri="{FF2B5EF4-FFF2-40B4-BE49-F238E27FC236}">
                <a16:creationId xmlns:a16="http://schemas.microsoft.com/office/drawing/2014/main" id="{804ABE55-EB13-4425-A5ED-28F4F58656EE}"/>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3450" b="1">
                <a:solidFill>
                  <a:srgbClr val="14223B"/>
                </a:solidFill>
                <a:latin typeface="Arial"/>
                <a:ea typeface="Arial"/>
                <a:cs typeface="Arial"/>
              </a:defRPr>
            </a:lvl1pPr>
            <a:lvl2pPr>
              <a:buNone/>
              <a:defRPr sz="3450" b="1">
                <a:solidFill>
                  <a:srgbClr val="14223B"/>
                </a:solidFill>
                <a:latin typeface="Arial"/>
                <a:ea typeface="Arial"/>
                <a:cs typeface="Arial"/>
              </a:defRPr>
            </a:lvl2pPr>
            <a:lvl3pPr>
              <a:buNone/>
              <a:defRPr sz="3450" b="1">
                <a:solidFill>
                  <a:srgbClr val="14223B"/>
                </a:solidFill>
                <a:latin typeface="Arial"/>
                <a:ea typeface="Arial"/>
                <a:cs typeface="Arial"/>
              </a:defRPr>
            </a:lvl3pPr>
            <a:lvl4pPr>
              <a:buNone/>
              <a:defRPr sz="3450" b="1">
                <a:solidFill>
                  <a:srgbClr val="14223B"/>
                </a:solidFill>
                <a:latin typeface="Arial"/>
                <a:ea typeface="Arial"/>
                <a:cs typeface="Arial"/>
              </a:defRPr>
            </a:lvl4pPr>
            <a:lvl5pPr>
              <a:buNone/>
              <a:defRPr sz="3450" b="1">
                <a:solidFill>
                  <a:srgbClr val="14223B"/>
                </a:solidFill>
                <a:latin typeface="Arial"/>
                <a:ea typeface="Arial"/>
                <a:cs typeface="Arial"/>
              </a:defRPr>
            </a:lvl5pPr>
            <a:lvl6pPr>
              <a:buNone/>
              <a:defRPr sz="3450" b="1">
                <a:solidFill>
                  <a:srgbClr val="14223B"/>
                </a:solidFill>
                <a:latin typeface="Arial"/>
                <a:ea typeface="Arial"/>
                <a:cs typeface="Arial"/>
              </a:defRPr>
            </a:lvl6pPr>
            <a:lvl7pPr>
              <a:buNone/>
              <a:defRPr sz="3450" b="1">
                <a:solidFill>
                  <a:srgbClr val="14223B"/>
                </a:solidFill>
                <a:latin typeface="Arial"/>
                <a:ea typeface="Arial"/>
                <a:cs typeface="Arial"/>
              </a:defRPr>
            </a:lvl7pPr>
            <a:lvl8pPr>
              <a:buNone/>
              <a:defRPr sz="3450" b="1">
                <a:solidFill>
                  <a:srgbClr val="14223B"/>
                </a:solidFill>
                <a:latin typeface="Arial"/>
                <a:ea typeface="Arial"/>
                <a:cs typeface="Arial"/>
              </a:defRPr>
            </a:lvl8pPr>
            <a:lvl9pPr>
              <a:buNone/>
              <a:defRPr sz="3450" b="1">
                <a:solidFill>
                  <a:srgbClr val="14223B"/>
                </a:solidFill>
                <a:latin typeface="Arial"/>
                <a:ea typeface="Arial"/>
                <a:cs typeface="Arial"/>
              </a:defRPr>
            </a:lvl9pPr>
          </a:lstStyle>
          <a:p xmlns:a="http://schemas.openxmlformats.org/drawingml/2006/main">
            <a:pPr>
              <a:buNone/>
              <a:defRPr sz="3450" b="1">
                <a:solidFill>
                  <a:srgbClr val="14223B"/>
                </a:solidFill>
                <a:latin typeface="Arial"/>
                <a:ea typeface="Arial"/>
                <a:cs typeface="Arial"/>
              </a:defRPr>
            </a:pPr>
            <a:r>
              <a:rPr sz="3450" b="1">
                <a:solidFill>
                  <a:srgbClr val="14223B"/>
                </a:solidFill>
                <a:latin typeface="Arial"/>
                <a:ea typeface="Arial"/>
                <a:cs typeface="Arial"/>
              </a:rPr>
              <a:t>Мэдээлэл ба хандалтын хамгаалалт</a:t>
            </a:r>
          </a:p>
        </p:txBody>
      </p:sp>
      <p:sp>
        <p:nvSpPr>
          <p:cNvPr id="2" name="text-rnfqjn-1">
            <a:extLst xmlns:a="http://schemas.openxmlformats.org/drawingml/2006/main">
              <a:ext uri="{FF2B5EF4-FFF2-40B4-BE49-F238E27FC236}">
                <a16:creationId xmlns:a16="http://schemas.microsoft.com/office/drawing/2014/main" id="{2BED92B2-99B8-4258-8637-AA0A9E87EBA9}"/>
              </a:ext>
            </a:extLst>
          </p:cNvPr>
          <p:cNvSpPr>
            <a:spLocks xmlns:a="http://schemas.openxmlformats.org/drawingml/2006/main" noGrp="1"/>
          </p:cNvSpPr>
          <p:nvPr/>
        </p:nvSpPr>
        <p:spPr>
          <a:xfrm xmlns:a="http://schemas.openxmlformats.org/drawingml/2006/main">
            <a:off x="109347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350" b="0">
                <a:solidFill>
                  <a:srgbClr val="52637B"/>
                </a:solidFill>
                <a:latin typeface="Arial"/>
                <a:ea typeface="Arial"/>
                <a:cs typeface="Arial"/>
              </a:defRPr>
            </a:lvl1pPr>
            <a:lvl2pPr>
              <a:buNone/>
              <a:defRPr sz="1350" b="0">
                <a:solidFill>
                  <a:srgbClr val="52637B"/>
                </a:solidFill>
                <a:latin typeface="Arial"/>
                <a:ea typeface="Arial"/>
                <a:cs typeface="Arial"/>
              </a:defRPr>
            </a:lvl2pPr>
            <a:lvl3pPr>
              <a:buNone/>
              <a:defRPr sz="1350" b="0">
                <a:solidFill>
                  <a:srgbClr val="52637B"/>
                </a:solidFill>
                <a:latin typeface="Arial"/>
                <a:ea typeface="Arial"/>
                <a:cs typeface="Arial"/>
              </a:defRPr>
            </a:lvl3pPr>
            <a:lvl4pPr>
              <a:buNone/>
              <a:defRPr sz="1350" b="0">
                <a:solidFill>
                  <a:srgbClr val="52637B"/>
                </a:solidFill>
                <a:latin typeface="Arial"/>
                <a:ea typeface="Arial"/>
                <a:cs typeface="Arial"/>
              </a:defRPr>
            </a:lvl4pPr>
            <a:lvl5pPr>
              <a:buNone/>
              <a:defRPr sz="1350" b="0">
                <a:solidFill>
                  <a:srgbClr val="52637B"/>
                </a:solidFill>
                <a:latin typeface="Arial"/>
                <a:ea typeface="Arial"/>
                <a:cs typeface="Arial"/>
              </a:defRPr>
            </a:lvl5pPr>
            <a:lvl6pPr>
              <a:buNone/>
              <a:defRPr sz="1350" b="0">
                <a:solidFill>
                  <a:srgbClr val="52637B"/>
                </a:solidFill>
                <a:latin typeface="Arial"/>
                <a:ea typeface="Arial"/>
                <a:cs typeface="Arial"/>
              </a:defRPr>
            </a:lvl6pPr>
            <a:lvl7pPr>
              <a:buNone/>
              <a:defRPr sz="1350" b="0">
                <a:solidFill>
                  <a:srgbClr val="52637B"/>
                </a:solidFill>
                <a:latin typeface="Arial"/>
                <a:ea typeface="Arial"/>
                <a:cs typeface="Arial"/>
              </a:defRPr>
            </a:lvl7pPr>
            <a:lvl8pPr>
              <a:buNone/>
              <a:defRPr sz="1350" b="0">
                <a:solidFill>
                  <a:srgbClr val="52637B"/>
                </a:solidFill>
                <a:latin typeface="Arial"/>
                <a:ea typeface="Arial"/>
                <a:cs typeface="Arial"/>
              </a:defRPr>
            </a:lvl8pPr>
            <a:lvl9pPr>
              <a:buNone/>
              <a:defRPr sz="1350" b="0">
                <a:solidFill>
                  <a:srgbClr val="52637B"/>
                </a:solidFill>
                <a:latin typeface="Arial"/>
                <a:ea typeface="Arial"/>
                <a:cs typeface="Arial"/>
              </a:defRPr>
            </a:lvl9pPr>
          </a:lstStyle>
          <a:p xmlns:a="http://schemas.openxmlformats.org/drawingml/2006/main">
            <a:pPr>
              <a:buNone/>
              <a:defRPr sz="1350" b="0">
                <a:solidFill>
                  <a:srgbClr val="52637B"/>
                </a:solidFill>
                <a:latin typeface="Arial"/>
                <a:ea typeface="Arial"/>
                <a:cs typeface="Arial"/>
              </a:defRPr>
            </a:pPr>
            <a:r>
              <a:rPr sz="1350" b="0">
                <a:solidFill>
                  <a:srgbClr val="52637B"/>
                </a:solidFill>
                <a:latin typeface="Arial"/>
                <a:ea typeface="Arial"/>
                <a:cs typeface="Arial"/>
              </a:rPr>
              <a:t>11</a:t>
            </a:r>
          </a:p>
        </p:txBody>
      </p:sp>
      <p:sp>
        <p:nvSpPr>
          <p:cNvPr id="3" name="text-rnfqjn-2">
            <a:extLst xmlns:a="http://schemas.openxmlformats.org/drawingml/2006/main">
              <a:ext uri="{FF2B5EF4-FFF2-40B4-BE49-F238E27FC236}">
                <a16:creationId xmlns:a16="http://schemas.microsoft.com/office/drawing/2014/main" id="{81F8C703-09D0-4B9B-B671-B00AD71D0EF7}"/>
              </a:ext>
            </a:extLst>
          </p:cNvPr>
          <p:cNvSpPr>
            <a:spLocks xmlns:a="http://schemas.openxmlformats.org/drawingml/2006/main" noGrp="1"/>
          </p:cNvSpPr>
          <p:nvPr/>
        </p:nvSpPr>
        <p:spPr>
          <a:xfrm xmlns:a="http://schemas.openxmlformats.org/drawingml/2006/main">
            <a:off x="685800" y="2095500"/>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400" b="1">
                <a:solidFill>
                  <a:srgbClr val="14223B"/>
                </a:solidFill>
                <a:latin typeface="Arial"/>
                <a:ea typeface="Arial"/>
                <a:cs typeface="Arial"/>
              </a:defRPr>
            </a:lvl1pPr>
            <a:lvl2pPr>
              <a:buNone/>
              <a:defRPr sz="2400" b="1">
                <a:solidFill>
                  <a:srgbClr val="14223B"/>
                </a:solidFill>
                <a:latin typeface="Arial"/>
                <a:ea typeface="Arial"/>
                <a:cs typeface="Arial"/>
              </a:defRPr>
            </a:lvl2pPr>
            <a:lvl3pPr>
              <a:buNone/>
              <a:defRPr sz="2400" b="1">
                <a:solidFill>
                  <a:srgbClr val="14223B"/>
                </a:solidFill>
                <a:latin typeface="Arial"/>
                <a:ea typeface="Arial"/>
                <a:cs typeface="Arial"/>
              </a:defRPr>
            </a:lvl3pPr>
            <a:lvl4pPr>
              <a:buNone/>
              <a:defRPr sz="2400" b="1">
                <a:solidFill>
                  <a:srgbClr val="14223B"/>
                </a:solidFill>
                <a:latin typeface="Arial"/>
                <a:ea typeface="Arial"/>
                <a:cs typeface="Arial"/>
              </a:defRPr>
            </a:lvl4pPr>
            <a:lvl5pPr>
              <a:buNone/>
              <a:defRPr sz="2400" b="1">
                <a:solidFill>
                  <a:srgbClr val="14223B"/>
                </a:solidFill>
                <a:latin typeface="Arial"/>
                <a:ea typeface="Arial"/>
                <a:cs typeface="Arial"/>
              </a:defRPr>
            </a:lvl5pPr>
            <a:lvl6pPr>
              <a:buNone/>
              <a:defRPr sz="2400" b="1">
                <a:solidFill>
                  <a:srgbClr val="14223B"/>
                </a:solidFill>
                <a:latin typeface="Arial"/>
                <a:ea typeface="Arial"/>
                <a:cs typeface="Arial"/>
              </a:defRPr>
            </a:lvl6pPr>
            <a:lvl7pPr>
              <a:buNone/>
              <a:defRPr sz="2400" b="1">
                <a:solidFill>
                  <a:srgbClr val="14223B"/>
                </a:solidFill>
                <a:latin typeface="Arial"/>
                <a:ea typeface="Arial"/>
                <a:cs typeface="Arial"/>
              </a:defRPr>
            </a:lvl7pPr>
            <a:lvl8pPr>
              <a:buNone/>
              <a:defRPr sz="2400" b="1">
                <a:solidFill>
                  <a:srgbClr val="14223B"/>
                </a:solidFill>
                <a:latin typeface="Arial"/>
                <a:ea typeface="Arial"/>
                <a:cs typeface="Arial"/>
              </a:defRPr>
            </a:lvl8pPr>
            <a:lvl9pPr>
              <a:buNone/>
              <a:defRPr sz="2400" b="1">
                <a:solidFill>
                  <a:srgbClr val="14223B"/>
                </a:solidFill>
                <a:latin typeface="Arial"/>
                <a:ea typeface="Arial"/>
                <a:cs typeface="Arial"/>
              </a:defRPr>
            </a:lvl9pPr>
          </a:lstStyle>
          <a:p xmlns:a="http://schemas.openxmlformats.org/drawingml/2006/main">
            <a:pPr>
              <a:buNone/>
              <a:defRPr sz="2400" b="1">
                <a:solidFill>
                  <a:srgbClr val="14223B"/>
                </a:solidFill>
                <a:latin typeface="Arial"/>
                <a:ea typeface="Arial"/>
                <a:cs typeface="Arial"/>
              </a:defRPr>
            </a:pPr>
            <a:r>
              <a:rPr sz="2400" b="1">
                <a:solidFill>
                  <a:srgbClr val="14223B"/>
                </a:solidFill>
                <a:latin typeface="Arial"/>
                <a:ea typeface="Arial"/>
                <a:cs typeface="Arial"/>
              </a:rPr>
              <a:t>Нэвтрэлт ба эрх</a:t>
            </a:r>
          </a:p>
        </p:txBody>
      </p:sp>
      <p:sp>
        <p:nvSpPr>
          <p:cNvPr id="4" name="text-rnfqjn-3">
            <a:extLst xmlns:a="http://schemas.openxmlformats.org/drawingml/2006/main">
              <a:ext uri="{FF2B5EF4-FFF2-40B4-BE49-F238E27FC236}">
                <a16:creationId xmlns:a16="http://schemas.microsoft.com/office/drawing/2014/main" id="{EA63544A-B44B-4748-B3C3-9B9876BD149E}"/>
              </a:ext>
            </a:extLst>
          </p:cNvPr>
          <p:cNvSpPr>
            <a:spLocks xmlns:a="http://schemas.openxmlformats.org/drawingml/2006/main" noGrp="1"/>
          </p:cNvSpPr>
          <p:nvPr/>
        </p:nvSpPr>
        <p:spPr>
          <a:xfrm xmlns:a="http://schemas.openxmlformats.org/drawingml/2006/main">
            <a:off x="685800" y="2714625"/>
            <a:ext cx="4905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00" b="0">
                <a:solidFill>
                  <a:srgbClr val="52637B"/>
                </a:solidFill>
                <a:latin typeface="Arial"/>
                <a:ea typeface="Arial"/>
                <a:cs typeface="Arial"/>
              </a:defRPr>
            </a:lvl1pPr>
            <a:lvl2pPr>
              <a:buNone/>
              <a:defRPr sz="2100" b="0">
                <a:solidFill>
                  <a:srgbClr val="52637B"/>
                </a:solidFill>
                <a:latin typeface="Arial"/>
                <a:ea typeface="Arial"/>
                <a:cs typeface="Arial"/>
              </a:defRPr>
            </a:lvl2pPr>
            <a:lvl3pPr>
              <a:buNone/>
              <a:defRPr sz="2100" b="0">
                <a:solidFill>
                  <a:srgbClr val="52637B"/>
                </a:solidFill>
                <a:latin typeface="Arial"/>
                <a:ea typeface="Arial"/>
                <a:cs typeface="Arial"/>
              </a:defRPr>
            </a:lvl3pPr>
            <a:lvl4pPr>
              <a:buNone/>
              <a:defRPr sz="2100" b="0">
                <a:solidFill>
                  <a:srgbClr val="52637B"/>
                </a:solidFill>
                <a:latin typeface="Arial"/>
                <a:ea typeface="Arial"/>
                <a:cs typeface="Arial"/>
              </a:defRPr>
            </a:lvl4pPr>
            <a:lvl5pPr>
              <a:buNone/>
              <a:defRPr sz="2100" b="0">
                <a:solidFill>
                  <a:srgbClr val="52637B"/>
                </a:solidFill>
                <a:latin typeface="Arial"/>
                <a:ea typeface="Arial"/>
                <a:cs typeface="Arial"/>
              </a:defRPr>
            </a:lvl5pPr>
            <a:lvl6pPr>
              <a:buNone/>
              <a:defRPr sz="2100" b="0">
                <a:solidFill>
                  <a:srgbClr val="52637B"/>
                </a:solidFill>
                <a:latin typeface="Arial"/>
                <a:ea typeface="Arial"/>
                <a:cs typeface="Arial"/>
              </a:defRPr>
            </a:lvl6pPr>
            <a:lvl7pPr>
              <a:buNone/>
              <a:defRPr sz="2100" b="0">
                <a:solidFill>
                  <a:srgbClr val="52637B"/>
                </a:solidFill>
                <a:latin typeface="Arial"/>
                <a:ea typeface="Arial"/>
                <a:cs typeface="Arial"/>
              </a:defRPr>
            </a:lvl7pPr>
            <a:lvl8pPr>
              <a:buNone/>
              <a:defRPr sz="2100" b="0">
                <a:solidFill>
                  <a:srgbClr val="52637B"/>
                </a:solidFill>
                <a:latin typeface="Arial"/>
                <a:ea typeface="Arial"/>
                <a:cs typeface="Arial"/>
              </a:defRPr>
            </a:lvl8pPr>
            <a:lvl9pPr>
              <a:buNone/>
              <a:defRPr sz="2100" b="0">
                <a:solidFill>
                  <a:srgbClr val="52637B"/>
                </a:solidFill>
                <a:latin typeface="Arial"/>
                <a:ea typeface="Arial"/>
                <a:cs typeface="Arial"/>
              </a:defRPr>
            </a:lvl9pPr>
          </a:lstStyle>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scrypt нууц үгийн хэш</a:t>
            </a:r>
          </a:p>
          <a:p xmlns:a="http://schemas.openxmlformats.org/drawingml/2006/main">
            <a:r>
              <a:t/>
            </a:r>
          </a:p>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Сервер талын эрхийн шалгалт</a:t>
            </a:r>
          </a:p>
          <a:p xmlns:a="http://schemas.openxmlformats.org/drawingml/2006/main">
            <a:r>
              <a:t/>
            </a:r>
          </a:p>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5 алдааны дараа 15 минутын түгжээ</a:t>
            </a:r>
          </a:p>
        </p:txBody>
      </p:sp>
      <p:sp>
        <p:nvSpPr>
          <p:cNvPr id="5" name="text-rnfqjn-4">
            <a:extLst xmlns:a="http://schemas.openxmlformats.org/drawingml/2006/main">
              <a:ext uri="{FF2B5EF4-FFF2-40B4-BE49-F238E27FC236}">
                <a16:creationId xmlns:a16="http://schemas.microsoft.com/office/drawing/2014/main" id="{7C329853-1E06-4489-B74D-B9E38471AC97}"/>
              </a:ext>
            </a:extLst>
          </p:cNvPr>
          <p:cNvSpPr>
            <a:spLocks xmlns:a="http://schemas.openxmlformats.org/drawingml/2006/main" noGrp="1"/>
          </p:cNvSpPr>
          <p:nvPr/>
        </p:nvSpPr>
        <p:spPr>
          <a:xfrm xmlns:a="http://schemas.openxmlformats.org/drawingml/2006/main">
            <a:off x="6381750" y="2095500"/>
            <a:ext cx="4905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400" b="1">
                <a:solidFill>
                  <a:srgbClr val="14223B"/>
                </a:solidFill>
                <a:latin typeface="Arial"/>
                <a:ea typeface="Arial"/>
                <a:cs typeface="Arial"/>
              </a:defRPr>
            </a:lvl1pPr>
            <a:lvl2pPr>
              <a:buNone/>
              <a:defRPr sz="2400" b="1">
                <a:solidFill>
                  <a:srgbClr val="14223B"/>
                </a:solidFill>
                <a:latin typeface="Arial"/>
                <a:ea typeface="Arial"/>
                <a:cs typeface="Arial"/>
              </a:defRPr>
            </a:lvl2pPr>
            <a:lvl3pPr>
              <a:buNone/>
              <a:defRPr sz="2400" b="1">
                <a:solidFill>
                  <a:srgbClr val="14223B"/>
                </a:solidFill>
                <a:latin typeface="Arial"/>
                <a:ea typeface="Arial"/>
                <a:cs typeface="Arial"/>
              </a:defRPr>
            </a:lvl3pPr>
            <a:lvl4pPr>
              <a:buNone/>
              <a:defRPr sz="2400" b="1">
                <a:solidFill>
                  <a:srgbClr val="14223B"/>
                </a:solidFill>
                <a:latin typeface="Arial"/>
                <a:ea typeface="Arial"/>
                <a:cs typeface="Arial"/>
              </a:defRPr>
            </a:lvl4pPr>
            <a:lvl5pPr>
              <a:buNone/>
              <a:defRPr sz="2400" b="1">
                <a:solidFill>
                  <a:srgbClr val="14223B"/>
                </a:solidFill>
                <a:latin typeface="Arial"/>
                <a:ea typeface="Arial"/>
                <a:cs typeface="Arial"/>
              </a:defRPr>
            </a:lvl5pPr>
            <a:lvl6pPr>
              <a:buNone/>
              <a:defRPr sz="2400" b="1">
                <a:solidFill>
                  <a:srgbClr val="14223B"/>
                </a:solidFill>
                <a:latin typeface="Arial"/>
                <a:ea typeface="Arial"/>
                <a:cs typeface="Arial"/>
              </a:defRPr>
            </a:lvl6pPr>
            <a:lvl7pPr>
              <a:buNone/>
              <a:defRPr sz="2400" b="1">
                <a:solidFill>
                  <a:srgbClr val="14223B"/>
                </a:solidFill>
                <a:latin typeface="Arial"/>
                <a:ea typeface="Arial"/>
                <a:cs typeface="Arial"/>
              </a:defRPr>
            </a:lvl7pPr>
            <a:lvl8pPr>
              <a:buNone/>
              <a:defRPr sz="2400" b="1">
                <a:solidFill>
                  <a:srgbClr val="14223B"/>
                </a:solidFill>
                <a:latin typeface="Arial"/>
                <a:ea typeface="Arial"/>
                <a:cs typeface="Arial"/>
              </a:defRPr>
            </a:lvl8pPr>
            <a:lvl9pPr>
              <a:buNone/>
              <a:defRPr sz="2400" b="1">
                <a:solidFill>
                  <a:srgbClr val="14223B"/>
                </a:solidFill>
                <a:latin typeface="Arial"/>
                <a:ea typeface="Arial"/>
                <a:cs typeface="Arial"/>
              </a:defRPr>
            </a:lvl9pPr>
          </a:lstStyle>
          <a:p xmlns:a="http://schemas.openxmlformats.org/drawingml/2006/main">
            <a:pPr>
              <a:buNone/>
              <a:defRPr sz="2400" b="1">
                <a:solidFill>
                  <a:srgbClr val="14223B"/>
                </a:solidFill>
                <a:latin typeface="Arial"/>
                <a:ea typeface="Arial"/>
                <a:cs typeface="Arial"/>
              </a:defRPr>
            </a:pPr>
            <a:r>
              <a:rPr sz="2400" b="1">
                <a:solidFill>
                  <a:srgbClr val="14223B"/>
                </a:solidFill>
                <a:latin typeface="Arial"/>
                <a:ea typeface="Arial"/>
                <a:cs typeface="Arial"/>
              </a:rPr>
              <a:t>Хэрэглэгчийн мэдээлэл</a:t>
            </a:r>
          </a:p>
        </p:txBody>
      </p:sp>
      <p:sp>
        <p:nvSpPr>
          <p:cNvPr id="6" name="text-rnfqjn-5">
            <a:extLst xmlns:a="http://schemas.openxmlformats.org/drawingml/2006/main">
              <a:ext uri="{FF2B5EF4-FFF2-40B4-BE49-F238E27FC236}">
                <a16:creationId xmlns:a16="http://schemas.microsoft.com/office/drawing/2014/main" id="{78BF91AD-3DFA-4AC9-9281-9B54C76AD4EE}"/>
              </a:ext>
            </a:extLst>
          </p:cNvPr>
          <p:cNvSpPr>
            <a:spLocks xmlns:a="http://schemas.openxmlformats.org/drawingml/2006/main" noGrp="1"/>
          </p:cNvSpPr>
          <p:nvPr/>
        </p:nvSpPr>
        <p:spPr>
          <a:xfrm xmlns:a="http://schemas.openxmlformats.org/drawingml/2006/main">
            <a:off x="6381750" y="2714625"/>
            <a:ext cx="4905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00" b="0">
                <a:solidFill>
                  <a:srgbClr val="52637B"/>
                </a:solidFill>
                <a:latin typeface="Arial"/>
                <a:ea typeface="Arial"/>
                <a:cs typeface="Arial"/>
              </a:defRPr>
            </a:lvl1pPr>
            <a:lvl2pPr>
              <a:buNone/>
              <a:defRPr sz="2100" b="0">
                <a:solidFill>
                  <a:srgbClr val="52637B"/>
                </a:solidFill>
                <a:latin typeface="Arial"/>
                <a:ea typeface="Arial"/>
                <a:cs typeface="Arial"/>
              </a:defRPr>
            </a:lvl2pPr>
            <a:lvl3pPr>
              <a:buNone/>
              <a:defRPr sz="2100" b="0">
                <a:solidFill>
                  <a:srgbClr val="52637B"/>
                </a:solidFill>
                <a:latin typeface="Arial"/>
                <a:ea typeface="Arial"/>
                <a:cs typeface="Arial"/>
              </a:defRPr>
            </a:lvl3pPr>
            <a:lvl4pPr>
              <a:buNone/>
              <a:defRPr sz="2100" b="0">
                <a:solidFill>
                  <a:srgbClr val="52637B"/>
                </a:solidFill>
                <a:latin typeface="Arial"/>
                <a:ea typeface="Arial"/>
                <a:cs typeface="Arial"/>
              </a:defRPr>
            </a:lvl4pPr>
            <a:lvl5pPr>
              <a:buNone/>
              <a:defRPr sz="2100" b="0">
                <a:solidFill>
                  <a:srgbClr val="52637B"/>
                </a:solidFill>
                <a:latin typeface="Arial"/>
                <a:ea typeface="Arial"/>
                <a:cs typeface="Arial"/>
              </a:defRPr>
            </a:lvl5pPr>
            <a:lvl6pPr>
              <a:buNone/>
              <a:defRPr sz="2100" b="0">
                <a:solidFill>
                  <a:srgbClr val="52637B"/>
                </a:solidFill>
                <a:latin typeface="Arial"/>
                <a:ea typeface="Arial"/>
                <a:cs typeface="Arial"/>
              </a:defRPr>
            </a:lvl6pPr>
            <a:lvl7pPr>
              <a:buNone/>
              <a:defRPr sz="2100" b="0">
                <a:solidFill>
                  <a:srgbClr val="52637B"/>
                </a:solidFill>
                <a:latin typeface="Arial"/>
                <a:ea typeface="Arial"/>
                <a:cs typeface="Arial"/>
              </a:defRPr>
            </a:lvl7pPr>
            <a:lvl8pPr>
              <a:buNone/>
              <a:defRPr sz="2100" b="0">
                <a:solidFill>
                  <a:srgbClr val="52637B"/>
                </a:solidFill>
                <a:latin typeface="Arial"/>
                <a:ea typeface="Arial"/>
                <a:cs typeface="Arial"/>
              </a:defRPr>
            </a:lvl8pPr>
            <a:lvl9pPr>
              <a:buNone/>
              <a:defRPr sz="2100" b="0">
                <a:solidFill>
                  <a:srgbClr val="52637B"/>
                </a:solidFill>
                <a:latin typeface="Arial"/>
                <a:ea typeface="Arial"/>
                <a:cs typeface="Arial"/>
              </a:defRPr>
            </a:lvl9pPr>
          </a:lstStyle>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Нэр, утас, мэдээлэл ашиглах зөвшөөрөл</a:t>
            </a:r>
          </a:p>
          <a:p xmlns:a="http://schemas.openxmlformats.org/drawingml/2006/main">
            <a:r>
              <a:t/>
            </a:r>
          </a:p>
          <a:p xmlns:a="http://schemas.openxmlformats.org/drawingml/2006/main">
            <a:pPr>
              <a:buNone/>
              <a:defRPr sz="2100" b="0">
                <a:solidFill>
                  <a:srgbClr val="52637B"/>
                </a:solidFill>
                <a:latin typeface="Arial"/>
                <a:ea typeface="Arial"/>
                <a:cs typeface="Arial"/>
              </a:defRPr>
            </a:pPr>
            <a:r>
              <a:rPr sz="2100" b="0">
                <a:solidFill>
                  <a:srgbClr val="52637B"/>
                </a:solidFill>
                <a:latin typeface="Arial"/>
                <a:ea typeface="Arial"/>
                <a:cs typeface="Arial"/>
              </a:rPr>
              <a:t>Захиалгын мэдээлэл тухайн бизнест харагдана</a:t>
            </a:r>
          </a:p>
        </p:txBody>
      </p:sp>
      <p:sp>
        <p:nvSpPr>
          <p:cNvPr id="7" name="text-rnfqjn-6">
            <a:extLst xmlns:a="http://schemas.openxmlformats.org/drawingml/2006/main">
              <a:ext uri="{FF2B5EF4-FFF2-40B4-BE49-F238E27FC236}">
                <a16:creationId xmlns:a16="http://schemas.microsoft.com/office/drawing/2014/main" id="{468321F4-55C8-477B-80BC-DEA6147D21D4}"/>
              </a:ext>
            </a:extLst>
          </p:cNvPr>
          <p:cNvSpPr>
            <a:spLocks xmlns:a="http://schemas.openxmlformats.org/drawingml/2006/main" noGrp="1"/>
          </p:cNvSpPr>
          <p:nvPr/>
        </p:nvSpPr>
        <p:spPr>
          <a:xfrm xmlns:a="http://schemas.openxmlformats.org/drawingml/2006/main">
            <a:off x="685800" y="543877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75" b="1">
                <a:solidFill>
                  <a:srgbClr val="2459DA"/>
                </a:solidFill>
                <a:latin typeface="Arial"/>
                <a:ea typeface="Arial"/>
                <a:cs typeface="Arial"/>
              </a:defRPr>
            </a:lvl1pPr>
            <a:lvl2pPr>
              <a:buNone/>
              <a:defRPr sz="2175" b="1">
                <a:solidFill>
                  <a:srgbClr val="2459DA"/>
                </a:solidFill>
                <a:latin typeface="Arial"/>
                <a:ea typeface="Arial"/>
                <a:cs typeface="Arial"/>
              </a:defRPr>
            </a:lvl2pPr>
            <a:lvl3pPr>
              <a:buNone/>
              <a:defRPr sz="2175" b="1">
                <a:solidFill>
                  <a:srgbClr val="2459DA"/>
                </a:solidFill>
                <a:latin typeface="Arial"/>
                <a:ea typeface="Arial"/>
                <a:cs typeface="Arial"/>
              </a:defRPr>
            </a:lvl3pPr>
            <a:lvl4pPr>
              <a:buNone/>
              <a:defRPr sz="2175" b="1">
                <a:solidFill>
                  <a:srgbClr val="2459DA"/>
                </a:solidFill>
                <a:latin typeface="Arial"/>
                <a:ea typeface="Arial"/>
                <a:cs typeface="Arial"/>
              </a:defRPr>
            </a:lvl4pPr>
            <a:lvl5pPr>
              <a:buNone/>
              <a:defRPr sz="2175" b="1">
                <a:solidFill>
                  <a:srgbClr val="2459DA"/>
                </a:solidFill>
                <a:latin typeface="Arial"/>
                <a:ea typeface="Arial"/>
                <a:cs typeface="Arial"/>
              </a:defRPr>
            </a:lvl5pPr>
            <a:lvl6pPr>
              <a:buNone/>
              <a:defRPr sz="2175" b="1">
                <a:solidFill>
                  <a:srgbClr val="2459DA"/>
                </a:solidFill>
                <a:latin typeface="Arial"/>
                <a:ea typeface="Arial"/>
                <a:cs typeface="Arial"/>
              </a:defRPr>
            </a:lvl6pPr>
            <a:lvl7pPr>
              <a:buNone/>
              <a:defRPr sz="2175" b="1">
                <a:solidFill>
                  <a:srgbClr val="2459DA"/>
                </a:solidFill>
                <a:latin typeface="Arial"/>
                <a:ea typeface="Arial"/>
                <a:cs typeface="Arial"/>
              </a:defRPr>
            </a:lvl7pPr>
            <a:lvl8pPr>
              <a:buNone/>
              <a:defRPr sz="2175" b="1">
                <a:solidFill>
                  <a:srgbClr val="2459DA"/>
                </a:solidFill>
                <a:latin typeface="Arial"/>
                <a:ea typeface="Arial"/>
                <a:cs typeface="Arial"/>
              </a:defRPr>
            </a:lvl8pPr>
            <a:lvl9pPr>
              <a:buNone/>
              <a:defRPr sz="2175" b="1">
                <a:solidFill>
                  <a:srgbClr val="2459DA"/>
                </a:solidFill>
                <a:latin typeface="Arial"/>
                <a:ea typeface="Arial"/>
                <a:cs typeface="Arial"/>
              </a:defRPr>
            </a:lvl9pPr>
          </a:lstStyle>
          <a:p xmlns:a="http://schemas.openxmlformats.org/drawingml/2006/main">
            <a:pPr>
              <a:buNone/>
              <a:defRPr sz="2175" b="1">
                <a:solidFill>
                  <a:srgbClr val="2459DA"/>
                </a:solidFill>
                <a:latin typeface="Arial"/>
                <a:ea typeface="Arial"/>
                <a:cs typeface="Arial"/>
              </a:defRPr>
            </a:pPr>
            <a:r>
              <a:rPr sz="2175" b="1">
                <a:solidFill>
                  <a:srgbClr val="2459DA"/>
                </a:solidFill>
                <a:latin typeface="Arial"/>
                <a:ea typeface="Arial"/>
                <a:cs typeface="Arial"/>
              </a:rPr>
              <a:t>Одоогийн хязгаар</a:t>
            </a:r>
          </a:p>
        </p:txBody>
      </p:sp>
      <p:sp>
        <p:nvSpPr>
          <p:cNvPr id="8" name="text-rnfqjn-7">
            <a:extLst xmlns:a="http://schemas.openxmlformats.org/drawingml/2006/main">
              <a:ext uri="{FF2B5EF4-FFF2-40B4-BE49-F238E27FC236}">
                <a16:creationId xmlns:a16="http://schemas.microsoft.com/office/drawing/2014/main" id="{2F3A52AD-9694-48CC-B0AF-C2F82F154BEB}"/>
              </a:ext>
            </a:extLst>
          </p:cNvPr>
          <p:cNvSpPr>
            <a:spLocks xmlns:a="http://schemas.openxmlformats.org/drawingml/2006/main" noGrp="1"/>
          </p:cNvSpPr>
          <p:nvPr/>
        </p:nvSpPr>
        <p:spPr>
          <a:xfrm xmlns:a="http://schemas.openxmlformats.org/drawingml/2006/main">
            <a:off x="4048125" y="5457825"/>
            <a:ext cx="74580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875" b="0">
                <a:solidFill>
                  <a:srgbClr val="52637B"/>
                </a:solidFill>
                <a:latin typeface="Arial"/>
                <a:ea typeface="Arial"/>
                <a:cs typeface="Arial"/>
              </a:defRPr>
            </a:lvl1pPr>
            <a:lvl2pPr>
              <a:buNone/>
              <a:defRPr sz="1875" b="0">
                <a:solidFill>
                  <a:srgbClr val="52637B"/>
                </a:solidFill>
                <a:latin typeface="Arial"/>
                <a:ea typeface="Arial"/>
                <a:cs typeface="Arial"/>
              </a:defRPr>
            </a:lvl2pPr>
            <a:lvl3pPr>
              <a:buNone/>
              <a:defRPr sz="1875" b="0">
                <a:solidFill>
                  <a:srgbClr val="52637B"/>
                </a:solidFill>
                <a:latin typeface="Arial"/>
                <a:ea typeface="Arial"/>
                <a:cs typeface="Arial"/>
              </a:defRPr>
            </a:lvl3pPr>
            <a:lvl4pPr>
              <a:buNone/>
              <a:defRPr sz="1875" b="0">
                <a:solidFill>
                  <a:srgbClr val="52637B"/>
                </a:solidFill>
                <a:latin typeface="Arial"/>
                <a:ea typeface="Arial"/>
                <a:cs typeface="Arial"/>
              </a:defRPr>
            </a:lvl4pPr>
            <a:lvl5pPr>
              <a:buNone/>
              <a:defRPr sz="1875" b="0">
                <a:solidFill>
                  <a:srgbClr val="52637B"/>
                </a:solidFill>
                <a:latin typeface="Arial"/>
                <a:ea typeface="Arial"/>
                <a:cs typeface="Arial"/>
              </a:defRPr>
            </a:lvl5pPr>
            <a:lvl6pPr>
              <a:buNone/>
              <a:defRPr sz="1875" b="0">
                <a:solidFill>
                  <a:srgbClr val="52637B"/>
                </a:solidFill>
                <a:latin typeface="Arial"/>
                <a:ea typeface="Arial"/>
                <a:cs typeface="Arial"/>
              </a:defRPr>
            </a:lvl6pPr>
            <a:lvl7pPr>
              <a:buNone/>
              <a:defRPr sz="1875" b="0">
                <a:solidFill>
                  <a:srgbClr val="52637B"/>
                </a:solidFill>
                <a:latin typeface="Arial"/>
                <a:ea typeface="Arial"/>
                <a:cs typeface="Arial"/>
              </a:defRPr>
            </a:lvl7pPr>
            <a:lvl8pPr>
              <a:buNone/>
              <a:defRPr sz="1875" b="0">
                <a:solidFill>
                  <a:srgbClr val="52637B"/>
                </a:solidFill>
                <a:latin typeface="Arial"/>
                <a:ea typeface="Arial"/>
                <a:cs typeface="Arial"/>
              </a:defRPr>
            </a:lvl8pPr>
            <a:lvl9pPr>
              <a:buNone/>
              <a:defRPr sz="1875" b="0">
                <a:solidFill>
                  <a:srgbClr val="52637B"/>
                </a:solidFill>
                <a:latin typeface="Arial"/>
                <a:ea typeface="Arial"/>
                <a:cs typeface="Arial"/>
              </a:defRPr>
            </a:lvl9pPr>
          </a:lstStyle>
          <a:p xmlns:a="http://schemas.openxmlformats.org/drawingml/2006/main">
            <a:pPr>
              <a:buNone/>
              <a:defRPr sz="1875" b="0">
                <a:solidFill>
                  <a:srgbClr val="52637B"/>
                </a:solidFill>
                <a:latin typeface="Arial"/>
                <a:ea typeface="Arial"/>
                <a:cs typeface="Arial"/>
              </a:defRPr>
            </a:pPr>
            <a:r>
              <a:rPr sz="1875" b="0">
                <a:solidFill>
                  <a:srgbClr val="52637B"/>
                </a:solidFill>
                <a:latin typeface="Arial"/>
                <a:ea typeface="Arial"/>
                <a:cs typeface="Arial"/>
              </a:rPr>
              <a:t>Захиалгын жагсаалтын хуулбар төхөөрөмж дээр хадгалагдана</a:t>
            </a:r>
          </a:p>
        </p:txBody>
      </p:sp>
    </p:spTree>
    <p:extLst>
      <p:ext uri="{BB962C8B-B14F-4D97-AF65-F5344CB8AC3E}">
        <p14:creationId xmlns:p14="http://schemas.microsoft.com/office/powerpoint/2010/main" val="1612034938"/>
      </p:ext>
    </p:extLst>
  </p:cSld>
</p:sld>
</file>

<file path=ppt/slides/slide12.xml><?xml version="1.0" encoding="utf-8"?>
<p:sld xmlns:p="http://schemas.openxmlformats.org/presentationml/2006/main">
  <p:cSld>
    <p:bg>
      <p:bgPr>
        <a:solidFill xmlns:a="http://schemas.openxmlformats.org/drawingml/2006/main">
          <a:srgbClr val="2459DA"/>
        </a:solidFill>
      </p:bgPr>
    </p:bg>
    <p:spTree>
      <p:nvGrpSpPr>
        <p:cNvPr id="1" name=""/>
        <p:cNvGrpSpPr/>
        <p:nvPr/>
      </p:nvGrpSpPr>
      <p:grpSpPr>
        <a:xfrm xmlns:a="http://schemas.openxmlformats.org/drawingml/2006/main"/>
      </p:grpSpPr>
      <p:sp>
        <p:nvSpPr>
          <p:cNvPr id="6" name="text-2z8h1r-0">
            <a:extLst xmlns:a="http://schemas.openxmlformats.org/drawingml/2006/main">
              <a:ext uri="{FF2B5EF4-FFF2-40B4-BE49-F238E27FC236}">
                <a16:creationId xmlns:a16="http://schemas.microsoft.com/office/drawing/2014/main" id="{66A2F261-3CC5-4AF3-AB55-613620FCE63E}"/>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3450" b="1">
                <a:solidFill>
                  <a:srgbClr val="FFFFFF"/>
                </a:solidFill>
                <a:latin typeface="Arial"/>
                <a:ea typeface="Arial"/>
                <a:cs typeface="Arial"/>
              </a:defRPr>
            </a:lvl1pPr>
            <a:lvl2pPr>
              <a:buNone/>
              <a:defRPr sz="3450" b="1">
                <a:solidFill>
                  <a:srgbClr val="FFFFFF"/>
                </a:solidFill>
                <a:latin typeface="Arial"/>
                <a:ea typeface="Arial"/>
                <a:cs typeface="Arial"/>
              </a:defRPr>
            </a:lvl2pPr>
            <a:lvl3pPr>
              <a:buNone/>
              <a:defRPr sz="3450" b="1">
                <a:solidFill>
                  <a:srgbClr val="FFFFFF"/>
                </a:solidFill>
                <a:latin typeface="Arial"/>
                <a:ea typeface="Arial"/>
                <a:cs typeface="Arial"/>
              </a:defRPr>
            </a:lvl3pPr>
            <a:lvl4pPr>
              <a:buNone/>
              <a:defRPr sz="3450" b="1">
                <a:solidFill>
                  <a:srgbClr val="FFFFFF"/>
                </a:solidFill>
                <a:latin typeface="Arial"/>
                <a:ea typeface="Arial"/>
                <a:cs typeface="Arial"/>
              </a:defRPr>
            </a:lvl4pPr>
            <a:lvl5pPr>
              <a:buNone/>
              <a:defRPr sz="3450" b="1">
                <a:solidFill>
                  <a:srgbClr val="FFFFFF"/>
                </a:solidFill>
                <a:latin typeface="Arial"/>
                <a:ea typeface="Arial"/>
                <a:cs typeface="Arial"/>
              </a:defRPr>
            </a:lvl5pPr>
            <a:lvl6pPr>
              <a:buNone/>
              <a:defRPr sz="3450" b="1">
                <a:solidFill>
                  <a:srgbClr val="FFFFFF"/>
                </a:solidFill>
                <a:latin typeface="Arial"/>
                <a:ea typeface="Arial"/>
                <a:cs typeface="Arial"/>
              </a:defRPr>
            </a:lvl6pPr>
            <a:lvl7pPr>
              <a:buNone/>
              <a:defRPr sz="3450" b="1">
                <a:solidFill>
                  <a:srgbClr val="FFFFFF"/>
                </a:solidFill>
                <a:latin typeface="Arial"/>
                <a:ea typeface="Arial"/>
                <a:cs typeface="Arial"/>
              </a:defRPr>
            </a:lvl7pPr>
            <a:lvl8pPr>
              <a:buNone/>
              <a:defRPr sz="3450" b="1">
                <a:solidFill>
                  <a:srgbClr val="FFFFFF"/>
                </a:solidFill>
                <a:latin typeface="Arial"/>
                <a:ea typeface="Arial"/>
                <a:cs typeface="Arial"/>
              </a:defRPr>
            </a:lvl8pPr>
            <a:lvl9pPr>
              <a:buNone/>
              <a:defRPr sz="3450" b="1">
                <a:solidFill>
                  <a:srgbClr val="FFFFFF"/>
                </a:solidFill>
                <a:latin typeface="Arial"/>
                <a:ea typeface="Arial"/>
                <a:cs typeface="Arial"/>
              </a:defRPr>
            </a:lvl9pPr>
          </a:lstStyle>
          <a:p xmlns:a="http://schemas.openxmlformats.org/drawingml/2006/main">
            <a:pPr>
              <a:buNone/>
              <a:defRPr sz="3450" b="1">
                <a:solidFill>
                  <a:srgbClr val="FFFFFF"/>
                </a:solidFill>
                <a:latin typeface="Arial"/>
                <a:ea typeface="Arial"/>
                <a:cs typeface="Arial"/>
              </a:defRPr>
            </a:pPr>
            <a:r>
              <a:rPr sz="3450" b="1">
                <a:solidFill>
                  <a:srgbClr val="FFFFFF"/>
                </a:solidFill>
                <a:latin typeface="Arial"/>
                <a:ea typeface="Arial"/>
                <a:cs typeface="Arial"/>
              </a:rPr>
              <a:t>Цаашдын хөгжүүлэлт</a:t>
            </a:r>
          </a:p>
        </p:txBody>
      </p:sp>
      <p:sp>
        <p:nvSpPr>
          <p:cNvPr id="2" name="text-2z8h1r-1">
            <a:extLst xmlns:a="http://schemas.openxmlformats.org/drawingml/2006/main">
              <a:ext uri="{FF2B5EF4-FFF2-40B4-BE49-F238E27FC236}">
                <a16:creationId xmlns:a16="http://schemas.microsoft.com/office/drawing/2014/main" id="{A02107F8-439B-4AD7-B3CF-4069E61D2F2A}"/>
              </a:ext>
            </a:extLst>
          </p:cNvPr>
          <p:cNvSpPr>
            <a:spLocks xmlns:a="http://schemas.openxmlformats.org/drawingml/2006/main" noGrp="1"/>
          </p:cNvSpPr>
          <p:nvPr/>
        </p:nvSpPr>
        <p:spPr>
          <a:xfrm xmlns:a="http://schemas.openxmlformats.org/drawingml/2006/main">
            <a:off x="10934700" y="628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1350" b="0">
                <a:solidFill>
                  <a:srgbClr val="B9CFFA"/>
                </a:solidFill>
                <a:latin typeface="Arial"/>
                <a:ea typeface="Arial"/>
                <a:cs typeface="Arial"/>
              </a:defRPr>
            </a:lvl1pPr>
            <a:lvl2pPr>
              <a:buNone/>
              <a:defRPr sz="1350" b="0">
                <a:solidFill>
                  <a:srgbClr val="B9CFFA"/>
                </a:solidFill>
                <a:latin typeface="Arial"/>
                <a:ea typeface="Arial"/>
                <a:cs typeface="Arial"/>
              </a:defRPr>
            </a:lvl2pPr>
            <a:lvl3pPr>
              <a:buNone/>
              <a:defRPr sz="1350" b="0">
                <a:solidFill>
                  <a:srgbClr val="B9CFFA"/>
                </a:solidFill>
                <a:latin typeface="Arial"/>
                <a:ea typeface="Arial"/>
                <a:cs typeface="Arial"/>
              </a:defRPr>
            </a:lvl3pPr>
            <a:lvl4pPr>
              <a:buNone/>
              <a:defRPr sz="1350" b="0">
                <a:solidFill>
                  <a:srgbClr val="B9CFFA"/>
                </a:solidFill>
                <a:latin typeface="Arial"/>
                <a:ea typeface="Arial"/>
                <a:cs typeface="Arial"/>
              </a:defRPr>
            </a:lvl4pPr>
            <a:lvl5pPr>
              <a:buNone/>
              <a:defRPr sz="1350" b="0">
                <a:solidFill>
                  <a:srgbClr val="B9CFFA"/>
                </a:solidFill>
                <a:latin typeface="Arial"/>
                <a:ea typeface="Arial"/>
                <a:cs typeface="Arial"/>
              </a:defRPr>
            </a:lvl5pPr>
            <a:lvl6pPr>
              <a:buNone/>
              <a:defRPr sz="1350" b="0">
                <a:solidFill>
                  <a:srgbClr val="B9CFFA"/>
                </a:solidFill>
                <a:latin typeface="Arial"/>
                <a:ea typeface="Arial"/>
                <a:cs typeface="Arial"/>
              </a:defRPr>
            </a:lvl6pPr>
            <a:lvl7pPr>
              <a:buNone/>
              <a:defRPr sz="1350" b="0">
                <a:solidFill>
                  <a:srgbClr val="B9CFFA"/>
                </a:solidFill>
                <a:latin typeface="Arial"/>
                <a:ea typeface="Arial"/>
                <a:cs typeface="Arial"/>
              </a:defRPr>
            </a:lvl7pPr>
            <a:lvl8pPr>
              <a:buNone/>
              <a:defRPr sz="1350" b="0">
                <a:solidFill>
                  <a:srgbClr val="B9CFFA"/>
                </a:solidFill>
                <a:latin typeface="Arial"/>
                <a:ea typeface="Arial"/>
                <a:cs typeface="Arial"/>
              </a:defRPr>
            </a:lvl8pPr>
            <a:lvl9pPr>
              <a:buNone/>
              <a:defRPr sz="1350" b="0">
                <a:solidFill>
                  <a:srgbClr val="B9CFFA"/>
                </a:solidFill>
                <a:latin typeface="Arial"/>
                <a:ea typeface="Arial"/>
                <a:cs typeface="Arial"/>
              </a:defRPr>
            </a:lvl9pPr>
          </a:lstStyle>
          <a:p xmlns:a="http://schemas.openxmlformats.org/drawingml/2006/main">
            <a:pPr>
              <a:buNone/>
              <a:defRPr sz="1350" b="0">
                <a:solidFill>
                  <a:srgbClr val="B9CFFA"/>
                </a:solidFill>
                <a:latin typeface="Arial"/>
                <a:ea typeface="Arial"/>
                <a:cs typeface="Arial"/>
              </a:defRPr>
            </a:pPr>
            <a:r>
              <a:rPr sz="1350" b="0">
                <a:solidFill>
                  <a:srgbClr val="B9CFFA"/>
                </a:solidFill>
                <a:latin typeface="Arial"/>
                <a:ea typeface="Arial"/>
                <a:cs typeface="Arial"/>
              </a:rPr>
              <a:t>12</a:t>
            </a:r>
          </a:p>
        </p:txBody>
      </p:sp>
      <p:sp>
        <p:nvSpPr>
          <p:cNvPr id="3" name="text-2z8h1r-2">
            <a:extLst xmlns:a="http://schemas.openxmlformats.org/drawingml/2006/main">
              <a:ext uri="{FF2B5EF4-FFF2-40B4-BE49-F238E27FC236}">
                <a16:creationId xmlns:a16="http://schemas.microsoft.com/office/drawing/2014/main" id="{63686DCD-A0D8-4BF5-AE3F-77FD6A9541B2}"/>
              </a:ext>
            </a:extLst>
          </p:cNvPr>
          <p:cNvSpPr>
            <a:spLocks xmlns:a="http://schemas.openxmlformats.org/drawingml/2006/main" noGrp="1"/>
          </p:cNvSpPr>
          <p:nvPr/>
        </p:nvSpPr>
        <p:spPr>
          <a:xfrm xmlns:a="http://schemas.openxmlformats.org/drawingml/2006/main">
            <a:off x="685800" y="2076450"/>
            <a:ext cx="10668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400" b="0">
                <a:solidFill>
                  <a:srgbClr val="FFFFFF"/>
                </a:solidFill>
                <a:latin typeface="Arial"/>
                <a:ea typeface="Arial"/>
                <a:cs typeface="Arial"/>
              </a:defRPr>
            </a:lvl1pPr>
            <a:lvl2pPr>
              <a:buNone/>
              <a:defRPr sz="2400" b="0">
                <a:solidFill>
                  <a:srgbClr val="FFFFFF"/>
                </a:solidFill>
                <a:latin typeface="Arial"/>
                <a:ea typeface="Arial"/>
                <a:cs typeface="Arial"/>
              </a:defRPr>
            </a:lvl2pPr>
            <a:lvl3pPr>
              <a:buNone/>
              <a:defRPr sz="2400" b="0">
                <a:solidFill>
                  <a:srgbClr val="FFFFFF"/>
                </a:solidFill>
                <a:latin typeface="Arial"/>
                <a:ea typeface="Arial"/>
                <a:cs typeface="Arial"/>
              </a:defRPr>
            </a:lvl3pPr>
            <a:lvl4pPr>
              <a:buNone/>
              <a:defRPr sz="2400" b="0">
                <a:solidFill>
                  <a:srgbClr val="FFFFFF"/>
                </a:solidFill>
                <a:latin typeface="Arial"/>
                <a:ea typeface="Arial"/>
                <a:cs typeface="Arial"/>
              </a:defRPr>
            </a:lvl4pPr>
            <a:lvl5pPr>
              <a:buNone/>
              <a:defRPr sz="2400" b="0">
                <a:solidFill>
                  <a:srgbClr val="FFFFFF"/>
                </a:solidFill>
                <a:latin typeface="Arial"/>
                <a:ea typeface="Arial"/>
                <a:cs typeface="Arial"/>
              </a:defRPr>
            </a:lvl5pPr>
            <a:lvl6pPr>
              <a:buNone/>
              <a:defRPr sz="2400" b="0">
                <a:solidFill>
                  <a:srgbClr val="FFFFFF"/>
                </a:solidFill>
                <a:latin typeface="Arial"/>
                <a:ea typeface="Arial"/>
                <a:cs typeface="Arial"/>
              </a:defRPr>
            </a:lvl6pPr>
            <a:lvl7pPr>
              <a:buNone/>
              <a:defRPr sz="2400" b="0">
                <a:solidFill>
                  <a:srgbClr val="FFFFFF"/>
                </a:solidFill>
                <a:latin typeface="Arial"/>
                <a:ea typeface="Arial"/>
                <a:cs typeface="Arial"/>
              </a:defRPr>
            </a:lvl7pPr>
            <a:lvl8pPr>
              <a:buNone/>
              <a:defRPr sz="2400" b="0">
                <a:solidFill>
                  <a:srgbClr val="FFFFFF"/>
                </a:solidFill>
                <a:latin typeface="Arial"/>
                <a:ea typeface="Arial"/>
                <a:cs typeface="Arial"/>
              </a:defRPr>
            </a:lvl8pPr>
            <a:lvl9pPr>
              <a:buNone/>
              <a:defRPr sz="2400" b="0">
                <a:solidFill>
                  <a:srgbClr val="FFFFFF"/>
                </a:solidFill>
                <a:latin typeface="Arial"/>
                <a:ea typeface="Arial"/>
                <a:cs typeface="Arial"/>
              </a:defRPr>
            </a:lvl9pPr>
          </a:lstStyle>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Утасны OTP баталгаажуулалт</a:t>
            </a:r>
          </a:p>
          <a:p xmlns:a="http://schemas.openxmlformats.org/drawingml/2006/main">
            <a:r>
              <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Онлайн төлбөр, SMS сануулга</a:t>
            </a:r>
          </a:p>
          <a:p xmlns:a="http://schemas.openxmlformats.org/drawingml/2006/main">
            <a:r>
              <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Төхөөрөмж хоорондын захиалгын синк</a:t>
            </a:r>
          </a:p>
          <a:p xmlns:a="http://schemas.openxmlformats.org/drawingml/2006/main">
            <a:r>
              <a:t/>
            </a:r>
          </a:p>
          <a:p xmlns:a="http://schemas.openxmlformats.org/drawingml/2006/main">
            <a:pPr>
              <a:buNone/>
              <a:defRPr sz="2400" b="0">
                <a:solidFill>
                  <a:srgbClr val="FFFFFF"/>
                </a:solidFill>
                <a:latin typeface="Arial"/>
                <a:ea typeface="Arial"/>
                <a:cs typeface="Arial"/>
              </a:defRPr>
            </a:pPr>
            <a:r>
              <a:rPr sz="2400" b="0">
                <a:solidFill>
                  <a:srgbClr val="FFFFFF"/>
                </a:solidFill>
                <a:latin typeface="Arial"/>
                <a:ea typeface="Arial"/>
                <a:cs typeface="Arial"/>
              </a:rPr>
              <a:t>Үйлчилгээ, ажилтан, хуваарь засах</a:t>
            </a:r>
          </a:p>
        </p:txBody>
      </p:sp>
      <p:sp>
        <p:nvSpPr>
          <p:cNvPr id="4" name="text-2z8h1r-3">
            <a:extLst xmlns:a="http://schemas.openxmlformats.org/drawingml/2006/main">
              <a:ext uri="{FF2B5EF4-FFF2-40B4-BE49-F238E27FC236}">
                <a16:creationId xmlns:a16="http://schemas.microsoft.com/office/drawing/2014/main" id="{35019575-0935-49E5-BD49-BCE2607A1618}"/>
              </a:ext>
            </a:extLst>
          </p:cNvPr>
          <p:cNvSpPr>
            <a:spLocks xmlns:a="http://schemas.openxmlformats.org/drawingml/2006/main" noGrp="1"/>
          </p:cNvSpPr>
          <p:nvPr/>
        </p:nvSpPr>
        <p:spPr>
          <a:xfrm xmlns:a="http://schemas.openxmlformats.org/drawingml/2006/main">
            <a:off x="685800" y="5476875"/>
            <a:ext cx="142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2100" b="1">
                <a:solidFill>
                  <a:srgbClr val="D9E5FF"/>
                </a:solidFill>
                <a:latin typeface="Arial"/>
                <a:ea typeface="Arial"/>
                <a:cs typeface="Arial"/>
              </a:defRPr>
            </a:lvl1pPr>
            <a:lvl2pPr>
              <a:buNone/>
              <a:defRPr sz="2100" b="1">
                <a:solidFill>
                  <a:srgbClr val="D9E5FF"/>
                </a:solidFill>
                <a:latin typeface="Arial"/>
                <a:ea typeface="Arial"/>
                <a:cs typeface="Arial"/>
              </a:defRPr>
            </a:lvl2pPr>
            <a:lvl3pPr>
              <a:buNone/>
              <a:defRPr sz="2100" b="1">
                <a:solidFill>
                  <a:srgbClr val="D9E5FF"/>
                </a:solidFill>
                <a:latin typeface="Arial"/>
                <a:ea typeface="Arial"/>
                <a:cs typeface="Arial"/>
              </a:defRPr>
            </a:lvl3pPr>
            <a:lvl4pPr>
              <a:buNone/>
              <a:defRPr sz="2100" b="1">
                <a:solidFill>
                  <a:srgbClr val="D9E5FF"/>
                </a:solidFill>
                <a:latin typeface="Arial"/>
                <a:ea typeface="Arial"/>
                <a:cs typeface="Arial"/>
              </a:defRPr>
            </a:lvl4pPr>
            <a:lvl5pPr>
              <a:buNone/>
              <a:defRPr sz="2100" b="1">
                <a:solidFill>
                  <a:srgbClr val="D9E5FF"/>
                </a:solidFill>
                <a:latin typeface="Arial"/>
                <a:ea typeface="Arial"/>
                <a:cs typeface="Arial"/>
              </a:defRPr>
            </a:lvl5pPr>
            <a:lvl6pPr>
              <a:buNone/>
              <a:defRPr sz="2100" b="1">
                <a:solidFill>
                  <a:srgbClr val="D9E5FF"/>
                </a:solidFill>
                <a:latin typeface="Arial"/>
                <a:ea typeface="Arial"/>
                <a:cs typeface="Arial"/>
              </a:defRPr>
            </a:lvl6pPr>
            <a:lvl7pPr>
              <a:buNone/>
              <a:defRPr sz="2100" b="1">
                <a:solidFill>
                  <a:srgbClr val="D9E5FF"/>
                </a:solidFill>
                <a:latin typeface="Arial"/>
                <a:ea typeface="Arial"/>
                <a:cs typeface="Arial"/>
              </a:defRPr>
            </a:lvl7pPr>
            <a:lvl8pPr>
              <a:buNone/>
              <a:defRPr sz="2100" b="1">
                <a:solidFill>
                  <a:srgbClr val="D9E5FF"/>
                </a:solidFill>
                <a:latin typeface="Arial"/>
                <a:ea typeface="Arial"/>
                <a:cs typeface="Arial"/>
              </a:defRPr>
            </a:lvl8pPr>
            <a:lvl9pPr>
              <a:buNone/>
              <a:defRPr sz="2100" b="1">
                <a:solidFill>
                  <a:srgbClr val="D9E5FF"/>
                </a:solidFill>
                <a:latin typeface="Arial"/>
                <a:ea typeface="Arial"/>
                <a:cs typeface="Arial"/>
              </a:defRPr>
            </a:lvl9pPr>
          </a:lstStyle>
          <a:p xmlns:a="http://schemas.openxmlformats.org/drawingml/2006/main">
            <a:pPr>
              <a:buNone/>
              <a:defRPr sz="2100" b="1">
                <a:solidFill>
                  <a:srgbClr val="D9E5FF"/>
                </a:solidFill>
                <a:latin typeface="Arial"/>
                <a:ea typeface="Arial"/>
                <a:cs typeface="Arial"/>
              </a:defRPr>
            </a:pPr>
            <a:r>
              <a:rPr sz="2100" b="1">
                <a:solidFill>
                  <a:srgbClr val="D9E5FF"/>
                </a:solidFill>
                <a:latin typeface="Arial"/>
                <a:ea typeface="Arial"/>
                <a:cs typeface="Arial"/>
              </a:rPr>
              <a:t>Демо</a:t>
            </a:r>
          </a:p>
        </p:txBody>
      </p:sp>
      <p:sp>
        <p:nvSpPr>
          <p:cNvPr id="5" name="text-2z8h1r-4">
            <a:extLst xmlns:a="http://schemas.openxmlformats.org/drawingml/2006/main">
              <a:ext uri="{FF2B5EF4-FFF2-40B4-BE49-F238E27FC236}">
                <a16:creationId xmlns:a16="http://schemas.microsoft.com/office/drawing/2014/main" id="{9AC9E7D3-3DD1-44B3-B71E-32770140C478}"/>
              </a:ext>
            </a:extLst>
          </p:cNvPr>
          <p:cNvSpPr>
            <a:spLocks xmlns:a="http://schemas.openxmlformats.org/drawingml/2006/main" noGrp="1"/>
          </p:cNvSpPr>
          <p:nvPr/>
        </p:nvSpPr>
        <p:spPr>
          <a:xfrm xmlns:a="http://schemas.openxmlformats.org/drawingml/2006/main">
            <a:off x="2381250" y="5391150"/>
            <a:ext cx="8763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lvl1pPr>
              <a:buNone/>
              <a:defRPr sz="3075" b="1">
                <a:solidFill>
                  <a:srgbClr val="FFFFFF"/>
                </a:solidFill>
                <a:latin typeface="Arial"/>
                <a:ea typeface="Arial"/>
                <a:cs typeface="Arial"/>
              </a:defRPr>
            </a:lvl1pPr>
            <a:lvl2pPr>
              <a:buNone/>
              <a:defRPr sz="3075" b="1">
                <a:solidFill>
                  <a:srgbClr val="FFFFFF"/>
                </a:solidFill>
                <a:latin typeface="Arial"/>
                <a:ea typeface="Arial"/>
                <a:cs typeface="Arial"/>
              </a:defRPr>
            </a:lvl2pPr>
            <a:lvl3pPr>
              <a:buNone/>
              <a:defRPr sz="3075" b="1">
                <a:solidFill>
                  <a:srgbClr val="FFFFFF"/>
                </a:solidFill>
                <a:latin typeface="Arial"/>
                <a:ea typeface="Arial"/>
                <a:cs typeface="Arial"/>
              </a:defRPr>
            </a:lvl3pPr>
            <a:lvl4pPr>
              <a:buNone/>
              <a:defRPr sz="3075" b="1">
                <a:solidFill>
                  <a:srgbClr val="FFFFFF"/>
                </a:solidFill>
                <a:latin typeface="Arial"/>
                <a:ea typeface="Arial"/>
                <a:cs typeface="Arial"/>
              </a:defRPr>
            </a:lvl4pPr>
            <a:lvl5pPr>
              <a:buNone/>
              <a:defRPr sz="3075" b="1">
                <a:solidFill>
                  <a:srgbClr val="FFFFFF"/>
                </a:solidFill>
                <a:latin typeface="Arial"/>
                <a:ea typeface="Arial"/>
                <a:cs typeface="Arial"/>
              </a:defRPr>
            </a:lvl5pPr>
            <a:lvl6pPr>
              <a:buNone/>
              <a:defRPr sz="3075" b="1">
                <a:solidFill>
                  <a:srgbClr val="FFFFFF"/>
                </a:solidFill>
                <a:latin typeface="Arial"/>
                <a:ea typeface="Arial"/>
                <a:cs typeface="Arial"/>
              </a:defRPr>
            </a:lvl6pPr>
            <a:lvl7pPr>
              <a:buNone/>
              <a:defRPr sz="3075" b="1">
                <a:solidFill>
                  <a:srgbClr val="FFFFFF"/>
                </a:solidFill>
                <a:latin typeface="Arial"/>
                <a:ea typeface="Arial"/>
                <a:cs typeface="Arial"/>
              </a:defRPr>
            </a:lvl7pPr>
            <a:lvl8pPr>
              <a:buNone/>
              <a:defRPr sz="3075" b="1">
                <a:solidFill>
                  <a:srgbClr val="FFFFFF"/>
                </a:solidFill>
                <a:latin typeface="Arial"/>
                <a:ea typeface="Arial"/>
                <a:cs typeface="Arial"/>
              </a:defRPr>
            </a:lvl8pPr>
            <a:lvl9pPr>
              <a:buNone/>
              <a:defRPr sz="3075" b="1">
                <a:solidFill>
                  <a:srgbClr val="FFFFFF"/>
                </a:solidFill>
                <a:latin typeface="Arial"/>
                <a:ea typeface="Arial"/>
                <a:cs typeface="Arial"/>
              </a:defRPr>
            </a:lvl9pPr>
          </a:lstStyle>
          <a:p xmlns:a="http://schemas.openxmlformats.org/drawingml/2006/main">
            <a:pPr>
              <a:buNone/>
              <a:defRPr sz="3075" b="1">
                <a:solidFill>
                  <a:srgbClr val="FFFFFF"/>
                </a:solidFill>
                <a:latin typeface="Arial"/>
                <a:ea typeface="Arial"/>
                <a:cs typeface="Arial"/>
              </a:defRPr>
            </a:pPr>
            <a:r>
              <a:rPr sz="3075" b="1">
                <a:solidFill>
                  <a:srgbClr val="FFFFFF"/>
                </a:solidFill>
                <a:latin typeface="Arial"/>
                <a:ea typeface="Arial"/>
                <a:cs typeface="Arial"/>
                <a:hlinkClick xmlns:r="http://schemas.openxmlformats.org/officeDocument/2006/relationships" r:id="Rd6244ea6e42d4538"/>
              </a:rPr>
              <a:t>tsagtaa.vercel.app</a:t>
            </a:r>
          </a:p>
        </p:txBody>
      </p:sp>
    </p:spTree>
    <p:extLst>
      <p:ext uri="{BB962C8B-B14F-4D97-AF65-F5344CB8AC3E}">
        <p14:creationId xmlns:p14="http://schemas.microsoft.com/office/powerpoint/2010/main" val="6361370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2026-10-20T03:46:35.1050000Z</dcterms:created>
  <dcterms:modified xsi:type="dcterms:W3CDTF">2026-10-20T03:46:35.1050000Z</dcterms:modified>
</coreProperties>
</file>